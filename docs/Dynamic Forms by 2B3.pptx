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5"/>
    <p:sldMasterId id="2147483683" r:id="rId6"/>
    <p:sldMasterId id="2147483689" r:id="rId7"/>
  </p:sldMasterIdLst>
  <p:notesMasterIdLst>
    <p:notesMasterId r:id="rId24"/>
  </p:notesMasterIdLst>
  <p:handoutMasterIdLst>
    <p:handoutMasterId r:id="rId25"/>
  </p:handoutMasterIdLst>
  <p:sldIdLst>
    <p:sldId id="291" r:id="rId8"/>
    <p:sldId id="2147483541" r:id="rId9"/>
    <p:sldId id="2147483491" r:id="rId10"/>
    <p:sldId id="392" r:id="rId11"/>
    <p:sldId id="2147483551" r:id="rId12"/>
    <p:sldId id="2147483556" r:id="rId13"/>
    <p:sldId id="2147483550" r:id="rId14"/>
    <p:sldId id="2147483555" r:id="rId15"/>
    <p:sldId id="2147483559" r:id="rId16"/>
    <p:sldId id="2147483560" r:id="rId17"/>
    <p:sldId id="2147483561" r:id="rId18"/>
    <p:sldId id="2147483549" r:id="rId19"/>
    <p:sldId id="2147483548" r:id="rId20"/>
    <p:sldId id="2147483544" r:id="rId21"/>
    <p:sldId id="297" r:id="rId22"/>
    <p:sldId id="298" r:id="rId23"/>
  </p:sldIdLst>
  <p:sldSz cx="9144000" cy="5143500" type="screen16x9"/>
  <p:notesSz cx="6858000" cy="9144000"/>
  <p:embeddedFontLst>
    <p:embeddedFont>
      <p:font typeface="Aptos Light" panose="020B0004020202020204" pitchFamily="34" charset="0"/>
      <p:regular r:id="rId26"/>
    </p:embeddedFont>
    <p:embeddedFont>
      <p:font typeface="Montserrat" pitchFamily="2" charset="0"/>
      <p:regular r:id="rId27"/>
      <p:bold r:id="rId28"/>
      <p:italic r:id="rId29"/>
      <p:boldItalic r:id="rId30"/>
    </p:embeddedFont>
    <p:embeddedFont>
      <p:font typeface="Montserrat Medium" pitchFamily="2" charset="0"/>
      <p:regular r:id="rId31"/>
      <p:italic r:id="rId32"/>
    </p:embeddedFont>
    <p:embeddedFont>
      <p:font typeface="Montserrat SemiBold" pitchFamily="2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SemiBold" panose="00000700000000000000" pitchFamily="2" charset="0"/>
      <p:regular r:id="rId41"/>
      <p:bold r:id="rId42"/>
      <p:boldItalic r:id="rId43"/>
    </p:embeddedFont>
    <p:embeddedFont>
      <p:font typeface="PT Sans" panose="020B0503020203020204" pitchFamily="34" charset="0"/>
      <p:regular r:id="rId44"/>
      <p:bold r:id="rId45"/>
      <p:italic r:id="rId46"/>
      <p:boldItalic r:id="rId47"/>
    </p:embeddedFont>
    <p:embeddedFont>
      <p:font typeface="Quattrocento Sans" panose="020B0502050000020003" pitchFamily="34" charset="0"/>
      <p:regular r:id="rId48"/>
      <p:bold r:id="rId49"/>
      <p:italic r:id="rId50"/>
      <p:boldItalic r:id="rId51"/>
    </p:embeddedFont>
    <p:embeddedFont>
      <p:font typeface="Tahoma" panose="020B0604030504040204" pitchFamily="34" charset="0"/>
      <p:regular r:id="rId52"/>
      <p:bold r:id="rId53"/>
    </p:embeddedFont>
    <p:embeddedFont>
      <p:font typeface="Verdana" panose="020B0604030504040204" pitchFamily="3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8">
          <p15:clr>
            <a:srgbClr val="9AA0A6"/>
          </p15:clr>
        </p15:guide>
        <p15:guide id="2" pos="979">
          <p15:clr>
            <a:srgbClr val="9AA0A6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C5621F-D6E0-5953-1FC8-27A9C1454038}" name="Anaïs MATHIEU" initials="AM" userId="S::amathieu@lemonway.com::d1912300-8b22-44d9-9a89-9d4c69bc3da0" providerId="AD"/>
  <p188:author id="{99884E31-EE83-43A9-0154-48AD60DC1265}" name="Pierre GAUVRY" initials="" userId="S::pgauvry@lemonway.com::83edf39d-5bbc-4918-af09-c2287799a21e" providerId="AD"/>
  <p188:author id="{6A0F7A79-8562-9547-96FD-0C01014DA582}" name="Ambre SONOR" initials="AS" userId="S::asonor@lemonway.com::020792ae-fc4a-47d7-9e18-119d3ce04a29" providerId="AD"/>
  <p188:author id="{6203D27D-6007-9416-EC5D-9AFCEA8C4589}" name="Stéphan DOMAGALA" initials="SD" userId="S::sdomagala@lemonway.com::1cc0081d-4eba-47b8-a881-e2990e5a4104" providerId="AD"/>
  <p188:author id="{74BDA77E-C9DE-5138-85D1-59EDBDEA073F}" name="Alexane BAUDRON" initials="" userId="S::abaudron@lemonway.com::c4e72a19-1b71-4ae0-b940-702fdd1a721d" providerId="AD"/>
  <p188:author id="{7B43ABA4-D092-CDE5-5DE7-9E9EB15B12C4}" name="Romain MILECKI" initials="RM" userId="S::rmilecki@lemonway.com::53d3c05e-b504-4371-8e77-d2aef7b9335c" providerId="AD"/>
  <p188:author id="{35C8A5B3-5A9F-436F-C6D8-E3CF9EC749D8}" name="Yohann FERNANDES" initials="" userId="S::yfernandes@lemonway.com::c8674f13-7b96-44a1-af73-19cd591af0fd" providerId="AD"/>
  <p188:author id="{9C727DC5-2BCC-7012-47B3-B64339030059}" name="Ayd ADAM" initials="" userId="S::aadam@lemonway.com::39569083-1259-4e73-afeb-c529b561d53d" providerId="AD"/>
  <p188:author id="{227044DE-906C-1E6B-5CD1-E2E64E21E910}" name="Ludovic CIANNARELLA" initials="" userId="S::lciannarella@lemonway.com::f6c2df24-67a3-480d-9a94-03b4fbd147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ED7D"/>
    <a:srgbClr val="000000"/>
    <a:srgbClr val="1A2B42"/>
    <a:srgbClr val="F4EFE8"/>
    <a:srgbClr val="9BF5B2"/>
    <a:srgbClr val="F6F9FC"/>
    <a:srgbClr val="F5F5F5"/>
    <a:srgbClr val="1A2B41"/>
    <a:srgbClr val="98FEA1"/>
    <a:srgbClr val="F31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CFC9C-2DBA-FA49-8153-D646170DFE8D}" v="27" dt="2025-10-09T13:50:05.209"/>
  </p1510:revLst>
</p1510:revInfo>
</file>

<file path=ppt/tableStyles.xml><?xml version="1.0" encoding="utf-8"?>
<a:tblStyleLst xmlns:a="http://schemas.openxmlformats.org/drawingml/2006/main" def="{F0C89392-22B4-433D-85C7-AD208A06FEDB}">
  <a:tblStyle styleId="{F0C89392-22B4-433D-85C7-AD208A06FEDB}" styleName="Table_0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8E7"/>
          </a:solidFill>
        </a:fill>
      </a:tcStyle>
    </a:wholeTbl>
    <a:band1H>
      <a:tcTxStyle/>
      <a:tcStyle>
        <a:tcBdr/>
        <a:fill>
          <a:solidFill>
            <a:srgbClr val="FBCD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BCD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1" autoAdjust="0"/>
    <p:restoredTop sz="83535" autoAdjust="0"/>
  </p:normalViewPr>
  <p:slideViewPr>
    <p:cSldViewPr snapToGrid="0">
      <p:cViewPr varScale="1">
        <p:scale>
          <a:sx n="122" d="100"/>
          <a:sy n="122" d="100"/>
        </p:scale>
        <p:origin x="1290" y="96"/>
      </p:cViewPr>
      <p:guideLst>
        <p:guide pos="2258"/>
        <p:guide pos="979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4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font" Target="fonts/font30.fntdata"/><Relationship Id="rId63" Type="http://schemas.microsoft.com/office/2015/10/relationships/revisionInfo" Target="revisionInfo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4.fntdata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font" Target="fonts/font28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61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56" Type="http://schemas.openxmlformats.org/officeDocument/2006/relationships/font" Target="fonts/font31.fntdata"/><Relationship Id="rId64" Type="http://schemas.microsoft.com/office/2018/10/relationships/authors" Target="authors.xml"/><Relationship Id="rId8" Type="http://schemas.openxmlformats.org/officeDocument/2006/relationships/slide" Target="slides/slide1.xml"/><Relationship Id="rId51" Type="http://schemas.openxmlformats.org/officeDocument/2006/relationships/font" Target="fonts/font2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59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font" Target="fonts/font16.fntdata"/><Relationship Id="rId54" Type="http://schemas.openxmlformats.org/officeDocument/2006/relationships/font" Target="fonts/font29.fntdata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Relationship Id="rId57" Type="http://schemas.openxmlformats.org/officeDocument/2006/relationships/font" Target="fonts/font32.fntdata"/><Relationship Id="rId10" Type="http://schemas.openxmlformats.org/officeDocument/2006/relationships/slide" Target="slides/slide3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font" Target="fonts/font27.fntdata"/><Relationship Id="rId6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BRIEND" userId="S::mbriend@lemonway.com::f43b7032-540d-4661-9645-e17125bf3d76" providerId="AD" clId="Web-{F930BDFE-BCF0-0160-1E04-9F852A197BC3}"/>
    <pc:docChg chg="modSld">
      <pc:chgData name="Matthieu BRIEND" userId="S::mbriend@lemonway.com::f43b7032-540d-4661-9645-e17125bf3d76" providerId="AD" clId="Web-{F930BDFE-BCF0-0160-1E04-9F852A197BC3}" dt="2025-01-27T14:11:15.531" v="1" actId="1076"/>
      <pc:docMkLst>
        <pc:docMk/>
      </pc:docMkLst>
      <pc:sldChg chg="modSp">
        <pc:chgData name="Matthieu BRIEND" userId="S::mbriend@lemonway.com::f43b7032-540d-4661-9645-e17125bf3d76" providerId="AD" clId="Web-{F930BDFE-BCF0-0160-1E04-9F852A197BC3}" dt="2025-01-27T14:11:15.531" v="1" actId="1076"/>
        <pc:sldMkLst>
          <pc:docMk/>
          <pc:sldMk cId="1096040518" sldId="2147483487"/>
        </pc:sldMkLst>
      </pc:sldChg>
    </pc:docChg>
  </pc:docChgLst>
  <pc:docChgLst>
    <pc:chgData name="Alexane BAUDRON" userId="c4e72a19-1b71-4ae0-b940-702fdd1a721d" providerId="ADAL" clId="{08F0C1F7-0D3F-AD47-8214-16B984571863}"/>
    <pc:docChg chg="delSld delMainMaster">
      <pc:chgData name="Alexane BAUDRON" userId="c4e72a19-1b71-4ae0-b940-702fdd1a721d" providerId="ADAL" clId="{08F0C1F7-0D3F-AD47-8214-16B984571863}" dt="2025-06-30T07:55:04.772" v="44" actId="2696"/>
      <pc:docMkLst>
        <pc:docMk/>
      </pc:docMkLst>
      <pc:sldChg chg="del">
        <pc:chgData name="Alexane BAUDRON" userId="c4e72a19-1b71-4ae0-b940-702fdd1a721d" providerId="ADAL" clId="{08F0C1F7-0D3F-AD47-8214-16B984571863}" dt="2025-06-30T07:54:49.266" v="14" actId="2696"/>
        <pc:sldMkLst>
          <pc:docMk/>
          <pc:sldMk cId="1836365198" sldId="2147483335"/>
        </pc:sldMkLst>
      </pc:sldChg>
      <pc:sldChg chg="del">
        <pc:chgData name="Alexane BAUDRON" userId="c4e72a19-1b71-4ae0-b940-702fdd1a721d" providerId="ADAL" clId="{08F0C1F7-0D3F-AD47-8214-16B984571863}" dt="2025-06-30T07:54:49.163" v="8" actId="2696"/>
        <pc:sldMkLst>
          <pc:docMk/>
          <pc:sldMk cId="1425089493" sldId="2147483520"/>
        </pc:sldMkLst>
      </pc:sldChg>
      <pc:sldChg chg="del">
        <pc:chgData name="Alexane BAUDRON" userId="c4e72a19-1b71-4ae0-b940-702fdd1a721d" providerId="ADAL" clId="{08F0C1F7-0D3F-AD47-8214-16B984571863}" dt="2025-06-30T07:54:49.174" v="10" actId="2696"/>
        <pc:sldMkLst>
          <pc:docMk/>
          <pc:sldMk cId="2312050107" sldId="2147483522"/>
        </pc:sldMkLst>
      </pc:sldChg>
      <pc:sldChg chg="del">
        <pc:chgData name="Alexane BAUDRON" userId="c4e72a19-1b71-4ae0-b940-702fdd1a721d" providerId="ADAL" clId="{08F0C1F7-0D3F-AD47-8214-16B984571863}" dt="2025-06-30T07:54:49.169" v="9" actId="2696"/>
        <pc:sldMkLst>
          <pc:docMk/>
          <pc:sldMk cId="2474122460" sldId="2147483523"/>
        </pc:sldMkLst>
      </pc:sldChg>
      <pc:sldChg chg="del">
        <pc:chgData name="Alexane BAUDRON" userId="c4e72a19-1b71-4ae0-b940-702fdd1a721d" providerId="ADAL" clId="{08F0C1F7-0D3F-AD47-8214-16B984571863}" dt="2025-06-30T07:54:45.531" v="0" actId="2696"/>
        <pc:sldMkLst>
          <pc:docMk/>
          <pc:sldMk cId="1260531968" sldId="2147483524"/>
        </pc:sldMkLst>
      </pc:sldChg>
      <pc:sldChg chg="del">
        <pc:chgData name="Alexane BAUDRON" userId="c4e72a19-1b71-4ae0-b940-702fdd1a721d" providerId="ADAL" clId="{08F0C1F7-0D3F-AD47-8214-16B984571863}" dt="2025-06-30T07:54:45.546" v="6" actId="2696"/>
        <pc:sldMkLst>
          <pc:docMk/>
          <pc:sldMk cId="3207649941" sldId="2147483525"/>
        </pc:sldMkLst>
      </pc:sldChg>
      <pc:sldChg chg="del">
        <pc:chgData name="Alexane BAUDRON" userId="c4e72a19-1b71-4ae0-b940-702fdd1a721d" providerId="ADAL" clId="{08F0C1F7-0D3F-AD47-8214-16B984571863}" dt="2025-06-30T07:54:45.539" v="3" actId="2696"/>
        <pc:sldMkLst>
          <pc:docMk/>
          <pc:sldMk cId="2246678326" sldId="2147483526"/>
        </pc:sldMkLst>
      </pc:sldChg>
      <pc:sldChg chg="del">
        <pc:chgData name="Alexane BAUDRON" userId="c4e72a19-1b71-4ae0-b940-702fdd1a721d" providerId="ADAL" clId="{08F0C1F7-0D3F-AD47-8214-16B984571863}" dt="2025-06-30T07:54:45.535" v="1" actId="2696"/>
        <pc:sldMkLst>
          <pc:docMk/>
          <pc:sldMk cId="4251313692" sldId="2147483528"/>
        </pc:sldMkLst>
      </pc:sldChg>
      <pc:sldChg chg="del">
        <pc:chgData name="Alexane BAUDRON" userId="c4e72a19-1b71-4ae0-b940-702fdd1a721d" providerId="ADAL" clId="{08F0C1F7-0D3F-AD47-8214-16B984571863}" dt="2025-06-30T07:54:45.538" v="2" actId="2696"/>
        <pc:sldMkLst>
          <pc:docMk/>
          <pc:sldMk cId="1326845705" sldId="2147483529"/>
        </pc:sldMkLst>
      </pc:sldChg>
      <pc:sldChg chg="del">
        <pc:chgData name="Alexane BAUDRON" userId="c4e72a19-1b71-4ae0-b940-702fdd1a721d" providerId="ADAL" clId="{08F0C1F7-0D3F-AD47-8214-16B984571863}" dt="2025-06-30T07:54:45.604" v="7" actId="2696"/>
        <pc:sldMkLst>
          <pc:docMk/>
          <pc:sldMk cId="1584612849" sldId="2147483531"/>
        </pc:sldMkLst>
      </pc:sldChg>
      <pc:sldChg chg="del">
        <pc:chgData name="Alexane BAUDRON" userId="c4e72a19-1b71-4ae0-b940-702fdd1a721d" providerId="ADAL" clId="{08F0C1F7-0D3F-AD47-8214-16B984571863}" dt="2025-06-30T07:54:49.203" v="12" actId="2696"/>
        <pc:sldMkLst>
          <pc:docMk/>
          <pc:sldMk cId="1176860781" sldId="2147483532"/>
        </pc:sldMkLst>
      </pc:sldChg>
      <pc:sldChg chg="del">
        <pc:chgData name="Alexane BAUDRON" userId="c4e72a19-1b71-4ae0-b940-702fdd1a721d" providerId="ADAL" clId="{08F0C1F7-0D3F-AD47-8214-16B984571863}" dt="2025-06-30T07:54:49.251" v="13" actId="2696"/>
        <pc:sldMkLst>
          <pc:docMk/>
          <pc:sldMk cId="4213513957" sldId="2147483533"/>
        </pc:sldMkLst>
      </pc:sldChg>
      <pc:sldChg chg="del">
        <pc:chgData name="Alexane BAUDRON" userId="c4e72a19-1b71-4ae0-b940-702fdd1a721d" providerId="ADAL" clId="{08F0C1F7-0D3F-AD47-8214-16B984571863}" dt="2025-06-30T07:55:01.535" v="42" actId="2696"/>
        <pc:sldMkLst>
          <pc:docMk/>
          <pc:sldMk cId="3330874013" sldId="2147483537"/>
        </pc:sldMkLst>
      </pc:sldChg>
      <pc:sldChg chg="del">
        <pc:chgData name="Alexane BAUDRON" userId="c4e72a19-1b71-4ae0-b940-702fdd1a721d" providerId="ADAL" clId="{08F0C1F7-0D3F-AD47-8214-16B984571863}" dt="2025-06-30T07:55:04.772" v="44" actId="2696"/>
        <pc:sldMkLst>
          <pc:docMk/>
          <pc:sldMk cId="1186544563" sldId="2147483539"/>
        </pc:sldMkLst>
      </pc:sldChg>
      <pc:sldChg chg="del">
        <pc:chgData name="Alexane BAUDRON" userId="c4e72a19-1b71-4ae0-b940-702fdd1a721d" providerId="ADAL" clId="{08F0C1F7-0D3F-AD47-8214-16B984571863}" dt="2025-06-30T07:55:03.747" v="43" actId="2696"/>
        <pc:sldMkLst>
          <pc:docMk/>
          <pc:sldMk cId="4133866324" sldId="2147483540"/>
        </pc:sldMkLst>
      </pc:sldChg>
      <pc:sldChg chg="del">
        <pc:chgData name="Alexane BAUDRON" userId="c4e72a19-1b71-4ae0-b940-702fdd1a721d" providerId="ADAL" clId="{08F0C1F7-0D3F-AD47-8214-16B984571863}" dt="2025-06-30T07:54:57.403" v="32" actId="2696"/>
        <pc:sldMkLst>
          <pc:docMk/>
          <pc:sldMk cId="244232859" sldId="2147483541"/>
        </pc:sldMkLst>
      </pc:sldChg>
      <pc:sldChg chg="del">
        <pc:chgData name="Alexane BAUDRON" userId="c4e72a19-1b71-4ae0-b940-702fdd1a721d" providerId="ADAL" clId="{08F0C1F7-0D3F-AD47-8214-16B984571863}" dt="2025-06-30T07:54:57.398" v="31" actId="2696"/>
        <pc:sldMkLst>
          <pc:docMk/>
          <pc:sldMk cId="12490850" sldId="2147483542"/>
        </pc:sldMkLst>
      </pc:sldChg>
      <pc:sldChg chg="del">
        <pc:chgData name="Alexane BAUDRON" userId="c4e72a19-1b71-4ae0-b940-702fdd1a721d" providerId="ADAL" clId="{08F0C1F7-0D3F-AD47-8214-16B984571863}" dt="2025-06-30T07:54:57.396" v="30" actId="2696"/>
        <pc:sldMkLst>
          <pc:docMk/>
          <pc:sldMk cId="3141618727" sldId="2147483543"/>
        </pc:sldMkLst>
      </pc:sldChg>
      <pc:sldChg chg="del">
        <pc:chgData name="Alexane BAUDRON" userId="c4e72a19-1b71-4ae0-b940-702fdd1a721d" providerId="ADAL" clId="{08F0C1F7-0D3F-AD47-8214-16B984571863}" dt="2025-06-30T07:54:54.993" v="26" actId="2696"/>
        <pc:sldMkLst>
          <pc:docMk/>
          <pc:sldMk cId="3452786207" sldId="2147483544"/>
        </pc:sldMkLst>
      </pc:sldChg>
      <pc:sldChg chg="del">
        <pc:chgData name="Alexane BAUDRON" userId="c4e72a19-1b71-4ae0-b940-702fdd1a721d" providerId="ADAL" clId="{08F0C1F7-0D3F-AD47-8214-16B984571863}" dt="2025-06-30T07:55:01.529" v="41" actId="2696"/>
        <pc:sldMkLst>
          <pc:docMk/>
          <pc:sldMk cId="538564091" sldId="2147483545"/>
        </pc:sldMkLst>
      </pc:sldChg>
      <pc:sldChg chg="del">
        <pc:chgData name="Alexane BAUDRON" userId="c4e72a19-1b71-4ae0-b940-702fdd1a721d" providerId="ADAL" clId="{08F0C1F7-0D3F-AD47-8214-16B984571863}" dt="2025-06-30T07:55:01.490" v="36" actId="2696"/>
        <pc:sldMkLst>
          <pc:docMk/>
          <pc:sldMk cId="323720210" sldId="2147483546"/>
        </pc:sldMkLst>
      </pc:sldChg>
      <pc:sldChg chg="del">
        <pc:chgData name="Alexane BAUDRON" userId="c4e72a19-1b71-4ae0-b940-702fdd1a721d" providerId="ADAL" clId="{08F0C1F7-0D3F-AD47-8214-16B984571863}" dt="2025-06-30T07:55:01.488" v="35" actId="2696"/>
        <pc:sldMkLst>
          <pc:docMk/>
          <pc:sldMk cId="819472479" sldId="2147483547"/>
        </pc:sldMkLst>
      </pc:sldChg>
      <pc:sldChg chg="del">
        <pc:chgData name="Alexane BAUDRON" userId="c4e72a19-1b71-4ae0-b940-702fdd1a721d" providerId="ADAL" clId="{08F0C1F7-0D3F-AD47-8214-16B984571863}" dt="2025-06-30T07:55:01.507" v="40" actId="2696"/>
        <pc:sldMkLst>
          <pc:docMk/>
          <pc:sldMk cId="3713441185" sldId="2147483549"/>
        </pc:sldMkLst>
      </pc:sldChg>
      <pc:sldChg chg="del">
        <pc:chgData name="Alexane BAUDRON" userId="c4e72a19-1b71-4ae0-b940-702fdd1a721d" providerId="ADAL" clId="{08F0C1F7-0D3F-AD47-8214-16B984571863}" dt="2025-06-30T07:55:01.495" v="38" actId="2696"/>
        <pc:sldMkLst>
          <pc:docMk/>
          <pc:sldMk cId="3514001501" sldId="2147483550"/>
        </pc:sldMkLst>
      </pc:sldChg>
      <pc:sldChg chg="del">
        <pc:chgData name="Alexane BAUDRON" userId="c4e72a19-1b71-4ae0-b940-702fdd1a721d" providerId="ADAL" clId="{08F0C1F7-0D3F-AD47-8214-16B984571863}" dt="2025-06-30T07:55:01.493" v="37" actId="2696"/>
        <pc:sldMkLst>
          <pc:docMk/>
          <pc:sldMk cId="3947401979" sldId="2147483551"/>
        </pc:sldMkLst>
      </pc:sldChg>
      <pc:sldChg chg="del">
        <pc:chgData name="Alexane BAUDRON" userId="c4e72a19-1b71-4ae0-b940-702fdd1a721d" providerId="ADAL" clId="{08F0C1F7-0D3F-AD47-8214-16B984571863}" dt="2025-06-30T07:55:01.485" v="34" actId="2696"/>
        <pc:sldMkLst>
          <pc:docMk/>
          <pc:sldMk cId="237779500" sldId="2147483552"/>
        </pc:sldMkLst>
      </pc:sldChg>
      <pc:sldChg chg="del">
        <pc:chgData name="Alexane BAUDRON" userId="c4e72a19-1b71-4ae0-b940-702fdd1a721d" providerId="ADAL" clId="{08F0C1F7-0D3F-AD47-8214-16B984571863}" dt="2025-06-30T07:55:01.481" v="33" actId="2696"/>
        <pc:sldMkLst>
          <pc:docMk/>
          <pc:sldMk cId="2159616718" sldId="2147483554"/>
        </pc:sldMkLst>
      </pc:sldChg>
      <pc:sldChg chg="del">
        <pc:chgData name="Alexane BAUDRON" userId="c4e72a19-1b71-4ae0-b940-702fdd1a721d" providerId="ADAL" clId="{08F0C1F7-0D3F-AD47-8214-16B984571863}" dt="2025-06-30T07:55:01.497" v="39" actId="2696"/>
        <pc:sldMkLst>
          <pc:docMk/>
          <pc:sldMk cId="2971429069" sldId="2147483555"/>
        </pc:sldMkLst>
      </pc:sldChg>
      <pc:sldChg chg="del">
        <pc:chgData name="Alexane BAUDRON" userId="c4e72a19-1b71-4ae0-b940-702fdd1a721d" providerId="ADAL" clId="{08F0C1F7-0D3F-AD47-8214-16B984571863}" dt="2025-06-30T07:54:57.391" v="29" actId="2696"/>
        <pc:sldMkLst>
          <pc:docMk/>
          <pc:sldMk cId="3792680044" sldId="2147483556"/>
        </pc:sldMkLst>
      </pc:sldChg>
      <pc:sldChg chg="del">
        <pc:chgData name="Alexane BAUDRON" userId="c4e72a19-1b71-4ae0-b940-702fdd1a721d" providerId="ADAL" clId="{08F0C1F7-0D3F-AD47-8214-16B984571863}" dt="2025-06-30T07:54:51.723" v="17" actId="2696"/>
        <pc:sldMkLst>
          <pc:docMk/>
          <pc:sldMk cId="1289184987" sldId="2147483562"/>
        </pc:sldMkLst>
      </pc:sldChg>
      <pc:sldChg chg="del">
        <pc:chgData name="Alexane BAUDRON" userId="c4e72a19-1b71-4ae0-b940-702fdd1a721d" providerId="ADAL" clId="{08F0C1F7-0D3F-AD47-8214-16B984571863}" dt="2025-06-30T07:54:51.766" v="20" actId="2696"/>
        <pc:sldMkLst>
          <pc:docMk/>
          <pc:sldMk cId="1404434608" sldId="2147483563"/>
        </pc:sldMkLst>
      </pc:sldChg>
      <pc:sldChg chg="del">
        <pc:chgData name="Alexane BAUDRON" userId="c4e72a19-1b71-4ae0-b940-702fdd1a721d" providerId="ADAL" clId="{08F0C1F7-0D3F-AD47-8214-16B984571863}" dt="2025-06-30T07:54:51.774" v="21" actId="2696"/>
        <pc:sldMkLst>
          <pc:docMk/>
          <pc:sldMk cId="2755047218" sldId="2147483564"/>
        </pc:sldMkLst>
      </pc:sldChg>
      <pc:sldChg chg="del">
        <pc:chgData name="Alexane BAUDRON" userId="c4e72a19-1b71-4ae0-b940-702fdd1a721d" providerId="ADAL" clId="{08F0C1F7-0D3F-AD47-8214-16B984571863}" dt="2025-06-30T07:54:51.730" v="18" actId="2696"/>
        <pc:sldMkLst>
          <pc:docMk/>
          <pc:sldMk cId="2235345609" sldId="2147483565"/>
        </pc:sldMkLst>
      </pc:sldChg>
      <pc:sldChg chg="del">
        <pc:chgData name="Alexane BAUDRON" userId="c4e72a19-1b71-4ae0-b940-702fdd1a721d" providerId="ADAL" clId="{08F0C1F7-0D3F-AD47-8214-16B984571863}" dt="2025-06-30T07:54:51.761" v="19" actId="2696"/>
        <pc:sldMkLst>
          <pc:docMk/>
          <pc:sldMk cId="256682989" sldId="2147483566"/>
        </pc:sldMkLst>
      </pc:sldChg>
      <pc:sldChg chg="del">
        <pc:chgData name="Alexane BAUDRON" userId="c4e72a19-1b71-4ae0-b940-702fdd1a721d" providerId="ADAL" clId="{08F0C1F7-0D3F-AD47-8214-16B984571863}" dt="2025-06-30T07:54:51.717" v="16" actId="2696"/>
        <pc:sldMkLst>
          <pc:docMk/>
          <pc:sldMk cId="3463449161" sldId="2147483567"/>
        </pc:sldMkLst>
      </pc:sldChg>
      <pc:sldChg chg="del">
        <pc:chgData name="Alexane BAUDRON" userId="c4e72a19-1b71-4ae0-b940-702fdd1a721d" providerId="ADAL" clId="{08F0C1F7-0D3F-AD47-8214-16B984571863}" dt="2025-06-30T07:54:49.176" v="11" actId="2696"/>
        <pc:sldMkLst>
          <pc:docMk/>
          <pc:sldMk cId="534803942" sldId="2147483570"/>
        </pc:sldMkLst>
      </pc:sldChg>
      <pc:sldChg chg="del">
        <pc:chgData name="Alexane BAUDRON" userId="c4e72a19-1b71-4ae0-b940-702fdd1a721d" providerId="ADAL" clId="{08F0C1F7-0D3F-AD47-8214-16B984571863}" dt="2025-06-30T07:54:54.983" v="22" actId="2696"/>
        <pc:sldMkLst>
          <pc:docMk/>
          <pc:sldMk cId="1851883643" sldId="2147483572"/>
        </pc:sldMkLst>
      </pc:sldChg>
      <pc:sldChg chg="del">
        <pc:chgData name="Alexane BAUDRON" userId="c4e72a19-1b71-4ae0-b940-702fdd1a721d" providerId="ADAL" clId="{08F0C1F7-0D3F-AD47-8214-16B984571863}" dt="2025-06-30T07:54:55.003" v="28" actId="2696"/>
        <pc:sldMkLst>
          <pc:docMk/>
          <pc:sldMk cId="3904257479" sldId="2147483573"/>
        </pc:sldMkLst>
      </pc:sldChg>
      <pc:sldChg chg="del">
        <pc:chgData name="Alexane BAUDRON" userId="c4e72a19-1b71-4ae0-b940-702fdd1a721d" providerId="ADAL" clId="{08F0C1F7-0D3F-AD47-8214-16B984571863}" dt="2025-06-30T07:54:54.991" v="25" actId="2696"/>
        <pc:sldMkLst>
          <pc:docMk/>
          <pc:sldMk cId="1584404665" sldId="2147483574"/>
        </pc:sldMkLst>
      </pc:sldChg>
      <pc:sldChg chg="del">
        <pc:chgData name="Alexane BAUDRON" userId="c4e72a19-1b71-4ae0-b940-702fdd1a721d" providerId="ADAL" clId="{08F0C1F7-0D3F-AD47-8214-16B984571863}" dt="2025-06-30T07:54:54.989" v="24" actId="2696"/>
        <pc:sldMkLst>
          <pc:docMk/>
          <pc:sldMk cId="3593561478" sldId="2147483575"/>
        </pc:sldMkLst>
      </pc:sldChg>
      <pc:sldChg chg="del">
        <pc:chgData name="Alexane BAUDRON" userId="c4e72a19-1b71-4ae0-b940-702fdd1a721d" providerId="ADAL" clId="{08F0C1F7-0D3F-AD47-8214-16B984571863}" dt="2025-06-30T07:54:54.987" v="23" actId="2696"/>
        <pc:sldMkLst>
          <pc:docMk/>
          <pc:sldMk cId="3395933212" sldId="2147483576"/>
        </pc:sldMkLst>
      </pc:sldChg>
      <pc:sldChg chg="del">
        <pc:chgData name="Alexane BAUDRON" userId="c4e72a19-1b71-4ae0-b940-702fdd1a721d" providerId="ADAL" clId="{08F0C1F7-0D3F-AD47-8214-16B984571863}" dt="2025-06-30T07:54:54.995" v="27" actId="2696"/>
        <pc:sldMkLst>
          <pc:docMk/>
          <pc:sldMk cId="4045004320" sldId="2147483577"/>
        </pc:sldMkLst>
      </pc:sldChg>
      <pc:sldChg chg="del">
        <pc:chgData name="Alexane BAUDRON" userId="c4e72a19-1b71-4ae0-b940-702fdd1a721d" providerId="ADAL" clId="{08F0C1F7-0D3F-AD47-8214-16B984571863}" dt="2025-06-30T07:54:45.544" v="5" actId="2696"/>
        <pc:sldMkLst>
          <pc:docMk/>
          <pc:sldMk cId="1703776386" sldId="2147483579"/>
        </pc:sldMkLst>
      </pc:sldChg>
      <pc:sldChg chg="del">
        <pc:chgData name="Alexane BAUDRON" userId="c4e72a19-1b71-4ae0-b940-702fdd1a721d" providerId="ADAL" clId="{08F0C1F7-0D3F-AD47-8214-16B984571863}" dt="2025-06-30T07:54:45.542" v="4" actId="2696"/>
        <pc:sldMkLst>
          <pc:docMk/>
          <pc:sldMk cId="992121836" sldId="2147483580"/>
        </pc:sldMkLst>
      </pc:sldChg>
      <pc:sldMasterChg chg="del">
        <pc:chgData name="Alexane BAUDRON" userId="c4e72a19-1b71-4ae0-b940-702fdd1a721d" providerId="ADAL" clId="{08F0C1F7-0D3F-AD47-8214-16B984571863}" dt="2025-06-30T07:54:49.275" v="15" actId="2696"/>
        <pc:sldMasterMkLst>
          <pc:docMk/>
          <pc:sldMasterMk cId="1825019530" sldId="2147483683"/>
        </pc:sldMasterMkLst>
      </pc:sldMasterChg>
    </pc:docChg>
  </pc:docChgLst>
  <pc:docChgLst>
    <pc:chgData name="Martin-Pierre GAULTIER" userId="S::mpgaultier@lemonway.com::0415e4a0-177e-4c12-b0e5-1f7bc3cae49f" providerId="AD" clId="Web-{2A2BA2AE-3932-975C-722C-A9BEC8235ADD}"/>
    <pc:docChg chg="addSld delSld modSld">
      <pc:chgData name="Martin-Pierre GAULTIER" userId="S::mpgaultier@lemonway.com::0415e4a0-177e-4c12-b0e5-1f7bc3cae49f" providerId="AD" clId="Web-{2A2BA2AE-3932-975C-722C-A9BEC8235ADD}" dt="2025-01-17T16:44:05.273" v="238" actId="1076"/>
      <pc:docMkLst>
        <pc:docMk/>
      </pc:docMkLst>
      <pc:sldChg chg="modSp">
        <pc:chgData name="Martin-Pierre GAULTIER" userId="S::mpgaultier@lemonway.com::0415e4a0-177e-4c12-b0e5-1f7bc3cae49f" providerId="AD" clId="Web-{2A2BA2AE-3932-975C-722C-A9BEC8235ADD}" dt="2025-01-17T16:44:05.273" v="238" actId="1076"/>
        <pc:sldMkLst>
          <pc:docMk/>
          <pc:sldMk cId="470428834" sldId="2147483492"/>
        </pc:sldMkLst>
      </pc:sldChg>
      <pc:sldChg chg="addSp delSp modSp add mod replId modShow">
        <pc:chgData name="Martin-Pierre GAULTIER" userId="S::mpgaultier@lemonway.com::0415e4a0-177e-4c12-b0e5-1f7bc3cae49f" providerId="AD" clId="Web-{2A2BA2AE-3932-975C-722C-A9BEC8235ADD}" dt="2025-01-17T14:16:30.754" v="214"/>
        <pc:sldMkLst>
          <pc:docMk/>
          <pc:sldMk cId="1260531968" sldId="2147483524"/>
        </pc:sldMkLst>
      </pc:sldChg>
      <pc:sldChg chg="add del replId">
        <pc:chgData name="Martin-Pierre GAULTIER" userId="S::mpgaultier@lemonway.com::0415e4a0-177e-4c12-b0e5-1f7bc3cae49f" providerId="AD" clId="Web-{2A2BA2AE-3932-975C-722C-A9BEC8235ADD}" dt="2025-01-17T14:12:22.980" v="63"/>
        <pc:sldMkLst>
          <pc:docMk/>
          <pc:sldMk cId="509090982" sldId="2147483525"/>
        </pc:sldMkLst>
      </pc:sldChg>
      <pc:sldChg chg="add del replId">
        <pc:chgData name="Martin-Pierre GAULTIER" userId="S::mpgaultier@lemonway.com::0415e4a0-177e-4c12-b0e5-1f7bc3cae49f" providerId="AD" clId="Web-{2A2BA2AE-3932-975C-722C-A9BEC8235ADD}" dt="2025-01-17T14:12:28.230" v="65"/>
        <pc:sldMkLst>
          <pc:docMk/>
          <pc:sldMk cId="2126411302" sldId="2147483525"/>
        </pc:sldMkLst>
      </pc:sldChg>
      <pc:sldChg chg="delSp modSp add replId modNotes">
        <pc:chgData name="Martin-Pierre GAULTIER" userId="S::mpgaultier@lemonway.com::0415e4a0-177e-4c12-b0e5-1f7bc3cae49f" providerId="AD" clId="Web-{2A2BA2AE-3932-975C-722C-A9BEC8235ADD}" dt="2025-01-17T14:20:35.965" v="216"/>
        <pc:sldMkLst>
          <pc:docMk/>
          <pc:sldMk cId="3207649941" sldId="2147483525"/>
        </pc:sldMkLst>
      </pc:sldChg>
      <pc:sldChg chg="delSp modSp add replId">
        <pc:chgData name="Martin-Pierre GAULTIER" userId="S::mpgaultier@lemonway.com::0415e4a0-177e-4c12-b0e5-1f7bc3cae49f" providerId="AD" clId="Web-{2A2BA2AE-3932-975C-722C-A9BEC8235ADD}" dt="2025-01-17T14:14:06.108" v="130"/>
        <pc:sldMkLst>
          <pc:docMk/>
          <pc:sldMk cId="2246678326" sldId="2147483526"/>
        </pc:sldMkLst>
      </pc:sldChg>
      <pc:sldChg chg="delSp modSp add replId">
        <pc:chgData name="Martin-Pierre GAULTIER" userId="S::mpgaultier@lemonway.com::0415e4a0-177e-4c12-b0e5-1f7bc3cae49f" providerId="AD" clId="Web-{2A2BA2AE-3932-975C-722C-A9BEC8235ADD}" dt="2025-01-17T14:14:03.046" v="129"/>
        <pc:sldMkLst>
          <pc:docMk/>
          <pc:sldMk cId="1040598806" sldId="2147483527"/>
        </pc:sldMkLst>
      </pc:sldChg>
      <pc:sldChg chg="modSp add replId">
        <pc:chgData name="Martin-Pierre GAULTIER" userId="S::mpgaultier@lemonway.com::0415e4a0-177e-4c12-b0e5-1f7bc3cae49f" providerId="AD" clId="Web-{2A2BA2AE-3932-975C-722C-A9BEC8235ADD}" dt="2025-01-17T14:21:17.576" v="236" actId="20577"/>
        <pc:sldMkLst>
          <pc:docMk/>
          <pc:sldMk cId="4251313692" sldId="2147483528"/>
        </pc:sldMkLst>
      </pc:sldChg>
    </pc:docChg>
  </pc:docChgLst>
  <pc:docChgLst>
    <pc:chgData name="Martin-Pierre GAULTIER" userId="S::mpgaultier@lemonway.com::0415e4a0-177e-4c12-b0e5-1f7bc3cae49f" providerId="AD" clId="Web-{BAA7B3D3-4CEA-FBD7-03BF-9B5CD847D190}"/>
    <pc:docChg chg="modSld sldOrd">
      <pc:chgData name="Martin-Pierre GAULTIER" userId="S::mpgaultier@lemonway.com::0415e4a0-177e-4c12-b0e5-1f7bc3cae49f" providerId="AD" clId="Web-{BAA7B3D3-4CEA-FBD7-03BF-9B5CD847D190}" dt="2025-01-23T14:05:59.281" v="718" actId="20577"/>
      <pc:docMkLst>
        <pc:docMk/>
      </pc:docMkLst>
      <pc:sldChg chg="modSp">
        <pc:chgData name="Martin-Pierre GAULTIER" userId="S::mpgaultier@lemonway.com::0415e4a0-177e-4c12-b0e5-1f7bc3cae49f" providerId="AD" clId="Web-{BAA7B3D3-4CEA-FBD7-03BF-9B5CD847D190}" dt="2025-01-23T12:47:57.803" v="575" actId="1076"/>
        <pc:sldMkLst>
          <pc:docMk/>
          <pc:sldMk cId="520368926" sldId="2147483482"/>
        </pc:sldMkLst>
      </pc:sldChg>
      <pc:sldChg chg="modSp">
        <pc:chgData name="Martin-Pierre GAULTIER" userId="S::mpgaultier@lemonway.com::0415e4a0-177e-4c12-b0e5-1f7bc3cae49f" providerId="AD" clId="Web-{BAA7B3D3-4CEA-FBD7-03BF-9B5CD847D190}" dt="2025-01-23T12:27:12.923" v="12" actId="20577"/>
        <pc:sldMkLst>
          <pc:docMk/>
          <pc:sldMk cId="1260531968" sldId="2147483524"/>
        </pc:sldMkLst>
      </pc:sldChg>
      <pc:sldChg chg="addSp modSp">
        <pc:chgData name="Martin-Pierre GAULTIER" userId="S::mpgaultier@lemonway.com::0415e4a0-177e-4c12-b0e5-1f7bc3cae49f" providerId="AD" clId="Web-{BAA7B3D3-4CEA-FBD7-03BF-9B5CD847D190}" dt="2025-01-23T12:35:23.159" v="327" actId="1076"/>
        <pc:sldMkLst>
          <pc:docMk/>
          <pc:sldMk cId="3207649941" sldId="2147483525"/>
        </pc:sldMkLst>
      </pc:sldChg>
      <pc:sldChg chg="addSp modSp">
        <pc:chgData name="Martin-Pierre GAULTIER" userId="S::mpgaultier@lemonway.com::0415e4a0-177e-4c12-b0e5-1f7bc3cae49f" providerId="AD" clId="Web-{BAA7B3D3-4CEA-FBD7-03BF-9B5CD847D190}" dt="2025-01-23T12:39:48.238" v="535"/>
        <pc:sldMkLst>
          <pc:docMk/>
          <pc:sldMk cId="2246678326" sldId="2147483526"/>
        </pc:sldMkLst>
      </pc:sldChg>
      <pc:sldChg chg="addSp delSp modSp">
        <pc:chgData name="Martin-Pierre GAULTIER" userId="S::mpgaultier@lemonway.com::0415e4a0-177e-4c12-b0e5-1f7bc3cae49f" providerId="AD" clId="Web-{BAA7B3D3-4CEA-FBD7-03BF-9B5CD847D190}" dt="2025-01-23T12:56:28.790" v="717" actId="20577"/>
        <pc:sldMkLst>
          <pc:docMk/>
          <pc:sldMk cId="4251313692" sldId="2147483528"/>
        </pc:sldMkLst>
      </pc:sldChg>
      <pc:sldChg chg="delSp modSp">
        <pc:chgData name="Martin-Pierre GAULTIER" userId="S::mpgaultier@lemonway.com::0415e4a0-177e-4c12-b0e5-1f7bc3cae49f" providerId="AD" clId="Web-{BAA7B3D3-4CEA-FBD7-03BF-9B5CD847D190}" dt="2025-01-23T12:56:11.618" v="689" actId="20577"/>
        <pc:sldMkLst>
          <pc:docMk/>
          <pc:sldMk cId="1326845705" sldId="2147483529"/>
        </pc:sldMkLst>
      </pc:sldChg>
      <pc:sldChg chg="addSp modSp ord">
        <pc:chgData name="Martin-Pierre GAULTIER" userId="S::mpgaultier@lemonway.com::0415e4a0-177e-4c12-b0e5-1f7bc3cae49f" providerId="AD" clId="Web-{BAA7B3D3-4CEA-FBD7-03BF-9B5CD847D190}" dt="2025-01-23T14:05:59.281" v="718" actId="20577"/>
        <pc:sldMkLst>
          <pc:docMk/>
          <pc:sldMk cId="1584612849" sldId="2147483531"/>
        </pc:sldMkLst>
      </pc:sldChg>
    </pc:docChg>
  </pc:docChgLst>
  <pc:docChgLst>
    <pc:chgData name="Martin-Pierre GAULTIER" userId="S::mpgaultier@lemonway.com::0415e4a0-177e-4c12-b0e5-1f7bc3cae49f" providerId="AD" clId="Web-{FCD97ED3-3CB5-5DED-E90F-0AD5CF23EC2F}"/>
    <pc:docChg chg="addSld delSld modSld sldOrd">
      <pc:chgData name="Martin-Pierre GAULTIER" userId="S::mpgaultier@lemonway.com::0415e4a0-177e-4c12-b0e5-1f7bc3cae49f" providerId="AD" clId="Web-{FCD97ED3-3CB5-5DED-E90F-0AD5CF23EC2F}" dt="2025-01-27T15:44:58.287" v="1933"/>
      <pc:docMkLst>
        <pc:docMk/>
      </pc:docMkLst>
      <pc:sldChg chg="modSp">
        <pc:chgData name="Martin-Pierre GAULTIER" userId="S::mpgaultier@lemonway.com::0415e4a0-177e-4c12-b0e5-1f7bc3cae49f" providerId="AD" clId="Web-{FCD97ED3-3CB5-5DED-E90F-0AD5CF23EC2F}" dt="2025-01-27T09:56:57.058" v="1692" actId="20577"/>
        <pc:sldMkLst>
          <pc:docMk/>
          <pc:sldMk cId="520368926" sldId="2147483482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09:56:12.448" v="1684" actId="14100"/>
        <pc:sldMkLst>
          <pc:docMk/>
          <pc:sldMk cId="1292861028" sldId="2147483484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09:58:58.919" v="1709" actId="20577"/>
        <pc:sldMkLst>
          <pc:docMk/>
          <pc:sldMk cId="581994450" sldId="2147483485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3:36.380" v="1901"/>
        <pc:sldMkLst>
          <pc:docMk/>
          <pc:sldMk cId="787195809" sldId="2147483488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33"/>
        <pc:sldMkLst>
          <pc:docMk/>
          <pc:sldMk cId="2391188043" sldId="2147483490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15:32:54.291" v="1712" actId="14100"/>
        <pc:sldMkLst>
          <pc:docMk/>
          <pc:sldMk cId="1260531968" sldId="2147483524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09:21:13.747" v="1042" actId="1076"/>
        <pc:sldMkLst>
          <pc:docMk/>
          <pc:sldMk cId="3207649941" sldId="2147483525"/>
        </pc:sldMkLst>
      </pc:sldChg>
      <pc:sldChg chg="addSp delSp modSp">
        <pc:chgData name="Martin-Pierre GAULTIER" userId="S::mpgaultier@lemonway.com::0415e4a0-177e-4c12-b0e5-1f7bc3cae49f" providerId="AD" clId="Web-{FCD97ED3-3CB5-5DED-E90F-0AD5CF23EC2F}" dt="2025-01-27T09:39:00.762" v="1424"/>
        <pc:sldMkLst>
          <pc:docMk/>
          <pc:sldMk cId="4251313692" sldId="2147483528"/>
        </pc:sldMkLst>
      </pc:sldChg>
      <pc:sldChg chg="addSp delSp modSp">
        <pc:chgData name="Martin-Pierre GAULTIER" userId="S::mpgaultier@lemonway.com::0415e4a0-177e-4c12-b0e5-1f7bc3cae49f" providerId="AD" clId="Web-{FCD97ED3-3CB5-5DED-E90F-0AD5CF23EC2F}" dt="2025-01-27T09:54:12.040" v="1669" actId="20577"/>
        <pc:sldMkLst>
          <pc:docMk/>
          <pc:sldMk cId="1326845705" sldId="2147483529"/>
        </pc:sldMkLst>
      </pc:sldChg>
      <pc:sldChg chg="modSp del">
        <pc:chgData name="Martin-Pierre GAULTIER" userId="S::mpgaultier@lemonway.com::0415e4a0-177e-4c12-b0e5-1f7bc3cae49f" providerId="AD" clId="Web-{FCD97ED3-3CB5-5DED-E90F-0AD5CF23EC2F}" dt="2025-01-27T15:39:07.141" v="1876"/>
        <pc:sldMkLst>
          <pc:docMk/>
          <pc:sldMk cId="1824639407" sldId="2147483530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09:28:49.613" v="1287" actId="20577"/>
        <pc:sldMkLst>
          <pc:docMk/>
          <pc:sldMk cId="1584612849" sldId="2147483531"/>
        </pc:sldMkLst>
      </pc:sldChg>
      <pc:sldChg chg="modSp">
        <pc:chgData name="Martin-Pierre GAULTIER" userId="S::mpgaultier@lemonway.com::0415e4a0-177e-4c12-b0e5-1f7bc3cae49f" providerId="AD" clId="Web-{FCD97ED3-3CB5-5DED-E90F-0AD5CF23EC2F}" dt="2025-01-27T15:42:31.082" v="1899" actId="20577"/>
        <pc:sldMkLst>
          <pc:docMk/>
          <pc:sldMk cId="4133866324" sldId="2147483540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27"/>
        <pc:sldMkLst>
          <pc:docMk/>
          <pc:sldMk cId="3452786207" sldId="2147483544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32"/>
        <pc:sldMkLst>
          <pc:docMk/>
          <pc:sldMk cId="1851883643" sldId="2147483572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31"/>
        <pc:sldMkLst>
          <pc:docMk/>
          <pc:sldMk cId="3904257479" sldId="2147483573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30"/>
        <pc:sldMkLst>
          <pc:docMk/>
          <pc:sldMk cId="1584404665" sldId="2147483574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29"/>
        <pc:sldMkLst>
          <pc:docMk/>
          <pc:sldMk cId="3593561478" sldId="2147483575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28"/>
        <pc:sldMkLst>
          <pc:docMk/>
          <pc:sldMk cId="3395933212" sldId="2147483576"/>
        </pc:sldMkLst>
      </pc:sldChg>
      <pc:sldChg chg="ord">
        <pc:chgData name="Martin-Pierre GAULTIER" userId="S::mpgaultier@lemonway.com::0415e4a0-177e-4c12-b0e5-1f7bc3cae49f" providerId="AD" clId="Web-{FCD97ED3-3CB5-5DED-E90F-0AD5CF23EC2F}" dt="2025-01-27T15:44:58.287" v="1926"/>
        <pc:sldMkLst>
          <pc:docMk/>
          <pc:sldMk cId="4045004320" sldId="2147483577"/>
        </pc:sldMkLst>
      </pc:sldChg>
      <pc:sldChg chg="addSp delSp modSp add replId">
        <pc:chgData name="Martin-Pierre GAULTIER" userId="S::mpgaultier@lemonway.com::0415e4a0-177e-4c12-b0e5-1f7bc3cae49f" providerId="AD" clId="Web-{FCD97ED3-3CB5-5DED-E90F-0AD5CF23EC2F}" dt="2025-01-27T15:33:38.808" v="1717" actId="1076"/>
        <pc:sldMkLst>
          <pc:docMk/>
          <pc:sldMk cId="1703776386" sldId="2147483579"/>
        </pc:sldMkLst>
      </pc:sldChg>
      <pc:sldChg chg="modSp mod modShow">
        <pc:chgData name="Martin-Pierre GAULTIER" userId="S::mpgaultier@lemonway.com::0415e4a0-177e-4c12-b0e5-1f7bc3cae49f" providerId="AD" clId="Web-{FCD97ED3-3CB5-5DED-E90F-0AD5CF23EC2F}" dt="2025-01-27T15:38:52.953" v="1875" actId="20577"/>
        <pc:sldMkLst>
          <pc:docMk/>
          <pc:sldMk cId="992121836" sldId="2147483580"/>
        </pc:sldMkLst>
      </pc:sldChg>
    </pc:docChg>
  </pc:docChgLst>
  <pc:docChgLst>
    <pc:chgData name="Matthieu BRIEND" userId="S::mbriend@lemonway.com::f43b7032-540d-4661-9645-e17125bf3d76" providerId="AD" clId="Web-{3A68BF28-9D63-1709-307F-9A042DD1F4DA}"/>
    <pc:docChg chg="addSld delSld modSld sldOrd">
      <pc:chgData name="Matthieu BRIEND" userId="S::mbriend@lemonway.com::f43b7032-540d-4661-9645-e17125bf3d76" providerId="AD" clId="Web-{3A68BF28-9D63-1709-307F-9A042DD1F4DA}" dt="2025-01-25T15:19:30.976" v="2447" actId="1076"/>
      <pc:docMkLst>
        <pc:docMk/>
      </pc:docMkLst>
      <pc:sldChg chg="addSp delSp modSp">
        <pc:chgData name="Matthieu BRIEND" userId="S::mbriend@lemonway.com::f43b7032-540d-4661-9645-e17125bf3d76" providerId="AD" clId="Web-{3A68BF28-9D63-1709-307F-9A042DD1F4DA}" dt="2025-01-25T10:02:41.461" v="265"/>
        <pc:sldMkLst>
          <pc:docMk/>
          <pc:sldMk cId="1605751462" sldId="529"/>
        </pc:sldMkLst>
      </pc:sldChg>
      <pc:sldChg chg="addSp delSp modSp del ord">
        <pc:chgData name="Matthieu BRIEND" userId="S::mbriend@lemonway.com::f43b7032-540d-4661-9645-e17125bf3d76" providerId="AD" clId="Web-{3A68BF28-9D63-1709-307F-9A042DD1F4DA}" dt="2025-01-25T14:25:48.901" v="2179"/>
        <pc:sldMkLst>
          <pc:docMk/>
          <pc:sldMk cId="2478739768" sldId="2147483534"/>
        </pc:sldMkLst>
      </pc:sldChg>
      <pc:sldChg chg="addSp delSp modSp">
        <pc:chgData name="Matthieu BRIEND" userId="S::mbriend@lemonway.com::f43b7032-540d-4661-9645-e17125bf3d76" providerId="AD" clId="Web-{3A68BF28-9D63-1709-307F-9A042DD1F4DA}" dt="2025-01-25T15:04:58.708" v="2407" actId="20577"/>
        <pc:sldMkLst>
          <pc:docMk/>
          <pc:sldMk cId="3613313698" sldId="2147483536"/>
        </pc:sldMkLst>
      </pc:sldChg>
      <pc:sldChg chg="modSp">
        <pc:chgData name="Matthieu BRIEND" userId="S::mbriend@lemonway.com::f43b7032-540d-4661-9645-e17125bf3d76" providerId="AD" clId="Web-{3A68BF28-9D63-1709-307F-9A042DD1F4DA}" dt="2025-01-25T13:33:05.565" v="1825" actId="20577"/>
        <pc:sldMkLst>
          <pc:docMk/>
          <pc:sldMk cId="3330874013" sldId="2147483537"/>
        </pc:sldMkLst>
      </pc:sldChg>
      <pc:sldChg chg="addSp delSp modSp del">
        <pc:chgData name="Matthieu BRIEND" userId="S::mbriend@lemonway.com::f43b7032-540d-4661-9645-e17125bf3d76" providerId="AD" clId="Web-{3A68BF28-9D63-1709-307F-9A042DD1F4DA}" dt="2025-01-25T11:49:51.561" v="997"/>
        <pc:sldMkLst>
          <pc:docMk/>
          <pc:sldMk cId="2996027476" sldId="2147483538"/>
        </pc:sldMkLst>
      </pc:sldChg>
      <pc:sldChg chg="addSp delSp modSp add del replId">
        <pc:chgData name="Matthieu BRIEND" userId="S::mbriend@lemonway.com::f43b7032-540d-4661-9645-e17125bf3d76" providerId="AD" clId="Web-{3A68BF28-9D63-1709-307F-9A042DD1F4DA}" dt="2025-01-25T12:48:00.362" v="1157"/>
        <pc:sldMkLst>
          <pc:docMk/>
          <pc:sldMk cId="536582585" sldId="2147483544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5:19:30.976" v="2447" actId="1076"/>
        <pc:sldMkLst>
          <pc:docMk/>
          <pc:sldMk cId="538564091" sldId="2147483545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5:18:14.722" v="2435"/>
        <pc:sldMkLst>
          <pc:docMk/>
          <pc:sldMk cId="323720210" sldId="2147483546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5:17:52.392" v="2433" actId="1076"/>
        <pc:sldMkLst>
          <pc:docMk/>
          <pc:sldMk cId="819472479" sldId="2147483547"/>
        </pc:sldMkLst>
      </pc:sldChg>
      <pc:sldChg chg="modSp add del ord replId">
        <pc:chgData name="Matthieu BRIEND" userId="S::mbriend@lemonway.com::f43b7032-540d-4661-9645-e17125bf3d76" providerId="AD" clId="Web-{3A68BF28-9D63-1709-307F-9A042DD1F4DA}" dt="2025-01-25T12:52:10.315" v="1176"/>
        <pc:sldMkLst>
          <pc:docMk/>
          <pc:sldMk cId="894704204" sldId="2147483548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5:00:54.365" v="2386"/>
        <pc:sldMkLst>
          <pc:docMk/>
          <pc:sldMk cId="3713441185" sldId="2147483549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5:19:02.881" v="2443" actId="1076"/>
        <pc:sldMkLst>
          <pc:docMk/>
          <pc:sldMk cId="3514001501" sldId="2147483550"/>
        </pc:sldMkLst>
      </pc:sldChg>
      <pc:sldChg chg="modSp add replId">
        <pc:chgData name="Matthieu BRIEND" userId="S::mbriend@lemonway.com::f43b7032-540d-4661-9645-e17125bf3d76" providerId="AD" clId="Web-{3A68BF28-9D63-1709-307F-9A042DD1F4DA}" dt="2025-01-25T12:52:03.455" v="1175" actId="20577"/>
        <pc:sldMkLst>
          <pc:docMk/>
          <pc:sldMk cId="3947401979" sldId="2147483551"/>
        </pc:sldMkLst>
      </pc:sldChg>
      <pc:sldChg chg="modSp add replId">
        <pc:chgData name="Matthieu BRIEND" userId="S::mbriend@lemonway.com::f43b7032-540d-4661-9645-e17125bf3d76" providerId="AD" clId="Web-{3A68BF28-9D63-1709-307F-9A042DD1F4DA}" dt="2025-01-25T14:04:13.040" v="1981" actId="20577"/>
        <pc:sldMkLst>
          <pc:docMk/>
          <pc:sldMk cId="237779500" sldId="2147483552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3:29:27.708" v="1768" actId="20577"/>
        <pc:sldMkLst>
          <pc:docMk/>
          <pc:sldMk cId="3834754012" sldId="2147483553"/>
        </pc:sldMkLst>
      </pc:sldChg>
      <pc:sldChg chg="addSp delSp modSp add replId">
        <pc:chgData name="Matthieu BRIEND" userId="S::mbriend@lemonway.com::f43b7032-540d-4661-9645-e17125bf3d76" providerId="AD" clId="Web-{3A68BF28-9D63-1709-307F-9A042DD1F4DA}" dt="2025-01-25T14:59:43.361" v="2385" actId="1076"/>
        <pc:sldMkLst>
          <pc:docMk/>
          <pc:sldMk cId="2159616718" sldId="2147483554"/>
        </pc:sldMkLst>
      </pc:sldChg>
      <pc:sldChg chg="modSp add del replId">
        <pc:chgData name="Matthieu BRIEND" userId="S::mbriend@lemonway.com::f43b7032-540d-4661-9645-e17125bf3d76" providerId="AD" clId="Web-{3A68BF28-9D63-1709-307F-9A042DD1F4DA}" dt="2025-01-25T13:59:39.285" v="1918"/>
        <pc:sldMkLst>
          <pc:docMk/>
          <pc:sldMk cId="4043880489" sldId="2147483554"/>
        </pc:sldMkLst>
      </pc:sldChg>
    </pc:docChg>
  </pc:docChgLst>
  <pc:docChgLst>
    <pc:chgData name="Matthieu BRIEND" userId="S::mbriend@lemonway.com::f43b7032-540d-4661-9645-e17125bf3d76" providerId="AD" clId="Web-{BC03D997-70C9-6060-AD01-703FF4DE0332}"/>
    <pc:docChg chg="addSld delSld modSld">
      <pc:chgData name="Matthieu BRIEND" userId="S::mbriend@lemonway.com::f43b7032-540d-4661-9645-e17125bf3d76" providerId="AD" clId="Web-{BC03D997-70C9-6060-AD01-703FF4DE0332}" dt="2025-01-25T15:45:00.778" v="119"/>
      <pc:docMkLst>
        <pc:docMk/>
      </pc:docMkLst>
      <pc:sldChg chg="addSp delSp modSp">
        <pc:chgData name="Matthieu BRIEND" userId="S::mbriend@lemonway.com::f43b7032-540d-4661-9645-e17125bf3d76" providerId="AD" clId="Web-{BC03D997-70C9-6060-AD01-703FF4DE0332}" dt="2025-01-25T15:25:48.500" v="49"/>
        <pc:sldMkLst>
          <pc:docMk/>
          <pc:sldMk cId="538564091" sldId="2147483545"/>
        </pc:sldMkLst>
      </pc:sldChg>
      <pc:sldChg chg="addSp delSp modSp">
        <pc:chgData name="Matthieu BRIEND" userId="S::mbriend@lemonway.com::f43b7032-540d-4661-9645-e17125bf3d76" providerId="AD" clId="Web-{BC03D997-70C9-6060-AD01-703FF4DE0332}" dt="2025-01-25T15:25:41.484" v="48"/>
        <pc:sldMkLst>
          <pc:docMk/>
          <pc:sldMk cId="323720210" sldId="2147483546"/>
        </pc:sldMkLst>
      </pc:sldChg>
      <pc:sldChg chg="modSp">
        <pc:chgData name="Matthieu BRIEND" userId="S::mbriend@lemonway.com::f43b7032-540d-4661-9645-e17125bf3d76" providerId="AD" clId="Web-{BC03D997-70C9-6060-AD01-703FF4DE0332}" dt="2025-01-25T15:25:34.452" v="46" actId="1076"/>
        <pc:sldMkLst>
          <pc:docMk/>
          <pc:sldMk cId="819472479" sldId="2147483547"/>
        </pc:sldMkLst>
      </pc:sldChg>
      <pc:sldChg chg="addSp delSp modSp">
        <pc:chgData name="Matthieu BRIEND" userId="S::mbriend@lemonway.com::f43b7032-540d-4661-9645-e17125bf3d76" providerId="AD" clId="Web-{BC03D997-70C9-6060-AD01-703FF4DE0332}" dt="2025-01-25T15:25:54.031" v="50"/>
        <pc:sldMkLst>
          <pc:docMk/>
          <pc:sldMk cId="3514001501" sldId="2147483550"/>
        </pc:sldMkLst>
      </pc:sldChg>
      <pc:sldChg chg="addSp delSp modSp">
        <pc:chgData name="Matthieu BRIEND" userId="S::mbriend@lemonway.com::f43b7032-540d-4661-9645-e17125bf3d76" providerId="AD" clId="Web-{BC03D997-70C9-6060-AD01-703FF4DE0332}" dt="2025-01-25T15:37:40.071" v="103" actId="1076"/>
        <pc:sldMkLst>
          <pc:docMk/>
          <pc:sldMk cId="2159616718" sldId="2147483554"/>
        </pc:sldMkLst>
      </pc:sldChg>
      <pc:sldChg chg="addSp delSp modSp add del replId">
        <pc:chgData name="Matthieu BRIEND" userId="S::mbriend@lemonway.com::f43b7032-540d-4661-9645-e17125bf3d76" providerId="AD" clId="Web-{BC03D997-70C9-6060-AD01-703FF4DE0332}" dt="2025-01-25T15:45:00.778" v="119"/>
        <pc:sldMkLst>
          <pc:docMk/>
          <pc:sldMk cId="2728785092" sldId="2147483555"/>
        </pc:sldMkLst>
      </pc:sldChg>
    </pc:docChg>
  </pc:docChgLst>
  <pc:docChgLst>
    <pc:chgData name="Matthieu BRIEND" userId="S::mbriend@lemonway.com::f43b7032-540d-4661-9645-e17125bf3d76" providerId="AD" clId="Web-{1DFB716E-A5F0-B515-D677-99EFFB0E8A2B}"/>
    <pc:docChg chg="addSld delSld modSld">
      <pc:chgData name="Matthieu BRIEND" userId="S::mbriend@lemonway.com::f43b7032-540d-4661-9645-e17125bf3d76" providerId="AD" clId="Web-{1DFB716E-A5F0-B515-D677-99EFFB0E8A2B}" dt="2025-01-22T16:37:47.349" v="484" actId="20577"/>
      <pc:docMkLst>
        <pc:docMk/>
      </pc:docMkLst>
      <pc:sldChg chg="addSp delSp modSp add replId">
        <pc:chgData name="Matthieu BRIEND" userId="S::mbriend@lemonway.com::f43b7032-540d-4661-9645-e17125bf3d76" providerId="AD" clId="Web-{1DFB716E-A5F0-B515-D677-99EFFB0E8A2B}" dt="2025-01-22T14:54:19.953" v="205" actId="14100"/>
        <pc:sldMkLst>
          <pc:docMk/>
          <pc:sldMk cId="2478739768" sldId="2147483534"/>
        </pc:sldMkLst>
      </pc:sldChg>
      <pc:sldChg chg="delSp modSp add del replId">
        <pc:chgData name="Matthieu BRIEND" userId="S::mbriend@lemonway.com::f43b7032-540d-4661-9645-e17125bf3d76" providerId="AD" clId="Web-{1DFB716E-A5F0-B515-D677-99EFFB0E8A2B}" dt="2025-01-22T16:34:41.242" v="454"/>
        <pc:sldMkLst>
          <pc:docMk/>
          <pc:sldMk cId="3186035551" sldId="2147483535"/>
        </pc:sldMkLst>
      </pc:sldChg>
      <pc:sldChg chg="add del replId">
        <pc:chgData name="Matthieu BRIEND" userId="S::mbriend@lemonway.com::f43b7032-540d-4661-9645-e17125bf3d76" providerId="AD" clId="Web-{1DFB716E-A5F0-B515-D677-99EFFB0E8A2B}" dt="2025-01-22T14:59:08.918" v="258"/>
        <pc:sldMkLst>
          <pc:docMk/>
          <pc:sldMk cId="1372558436" sldId="2147483536"/>
        </pc:sldMkLst>
      </pc:sldChg>
      <pc:sldChg chg="modSp add replId">
        <pc:chgData name="Matthieu BRIEND" userId="S::mbriend@lemonway.com::f43b7032-540d-4661-9645-e17125bf3d76" providerId="AD" clId="Web-{1DFB716E-A5F0-B515-D677-99EFFB0E8A2B}" dt="2025-01-22T16:35:47.762" v="460" actId="1076"/>
        <pc:sldMkLst>
          <pc:docMk/>
          <pc:sldMk cId="3613313698" sldId="2147483536"/>
        </pc:sldMkLst>
      </pc:sldChg>
      <pc:sldChg chg="addSp delSp modSp add replId">
        <pc:chgData name="Matthieu BRIEND" userId="S::mbriend@lemonway.com::f43b7032-540d-4661-9645-e17125bf3d76" providerId="AD" clId="Web-{1DFB716E-A5F0-B515-D677-99EFFB0E8A2B}" dt="2025-01-22T16:34:32.663" v="453" actId="20577"/>
        <pc:sldMkLst>
          <pc:docMk/>
          <pc:sldMk cId="3330874013" sldId="2147483537"/>
        </pc:sldMkLst>
      </pc:sldChg>
      <pc:sldChg chg="modSp add replId">
        <pc:chgData name="Matthieu BRIEND" userId="S::mbriend@lemonway.com::f43b7032-540d-4661-9645-e17125bf3d76" providerId="AD" clId="Web-{1DFB716E-A5F0-B515-D677-99EFFB0E8A2B}" dt="2025-01-22T16:37:47.349" v="484" actId="20577"/>
        <pc:sldMkLst>
          <pc:docMk/>
          <pc:sldMk cId="2996027476" sldId="2147483538"/>
        </pc:sldMkLst>
      </pc:sldChg>
    </pc:docChg>
  </pc:docChgLst>
  <pc:docChgLst>
    <pc:chgData name="Ludovic CIANNARELLA" userId="S::lciannarella@lemonway.com::f6c2df24-67a3-480d-9a94-03b4fbd1471c" providerId="AD" clId="Web-{5CAC2E96-BECC-677B-75E9-634AE2E57B4A}"/>
    <pc:docChg chg="mod modSld">
      <pc:chgData name="Ludovic CIANNARELLA" userId="S::lciannarella@lemonway.com::f6c2df24-67a3-480d-9a94-03b4fbd1471c" providerId="AD" clId="Web-{5CAC2E96-BECC-677B-75E9-634AE2E57B4A}" dt="2025-01-27T07:12:50.262" v="491"/>
      <pc:docMkLst>
        <pc:docMk/>
      </pc:docMkLst>
      <pc:sldChg chg="addSp delSp modSp">
        <pc:chgData name="Ludovic CIANNARELLA" userId="S::lciannarella@lemonway.com::f6c2df24-67a3-480d-9a94-03b4fbd1471c" providerId="AD" clId="Web-{5CAC2E96-BECC-677B-75E9-634AE2E57B4A}" dt="2025-01-27T07:12:01.318" v="490" actId="20577"/>
        <pc:sldMkLst>
          <pc:docMk/>
          <pc:sldMk cId="3141618727" sldId="2147483543"/>
        </pc:sldMkLst>
      </pc:sldChg>
    </pc:docChg>
  </pc:docChgLst>
  <pc:docChgLst>
    <pc:chgData name="Ambre SONOR" userId="S::asonor@lemonway.com::020792ae-fc4a-47d7-9e18-119d3ce04a29" providerId="AD" clId="Web-{4D18B488-37D8-3D51-D12A-741AA4A67C4E}"/>
    <pc:docChg chg="addSld delSld modSld">
      <pc:chgData name="Ambre SONOR" userId="S::asonor@lemonway.com::020792ae-fc4a-47d7-9e18-119d3ce04a29" providerId="AD" clId="Web-{4D18B488-37D8-3D51-D12A-741AA4A67C4E}" dt="2025-01-26T15:23:02.818" v="61" actId="20577"/>
      <pc:docMkLst>
        <pc:docMk/>
      </pc:docMkLst>
      <pc:sldChg chg="add del">
        <pc:chgData name="Ambre SONOR" userId="S::asonor@lemonway.com::020792ae-fc4a-47d7-9e18-119d3ce04a29" providerId="AD" clId="Web-{4D18B488-37D8-3D51-D12A-741AA4A67C4E}" dt="2025-01-26T15:13:21.561" v="18"/>
        <pc:sldMkLst>
          <pc:docMk/>
          <pc:sldMk cId="1650262097" sldId="551"/>
        </pc:sldMkLst>
      </pc:sldChg>
      <pc:sldChg chg="del">
        <pc:chgData name="Ambre SONOR" userId="S::asonor@lemonway.com::020792ae-fc4a-47d7-9e18-119d3ce04a29" providerId="AD" clId="Web-{4D18B488-37D8-3D51-D12A-741AA4A67C4E}" dt="2025-01-26T15:13:21.592" v="24"/>
        <pc:sldMkLst>
          <pc:docMk/>
          <pc:sldMk cId="2736715337" sldId="2147483489"/>
        </pc:sldMkLst>
      </pc:sldChg>
      <pc:sldChg chg="del">
        <pc:chgData name="Ambre SONOR" userId="S::asonor@lemonway.com::020792ae-fc4a-47d7-9e18-119d3ce04a29" providerId="AD" clId="Web-{4D18B488-37D8-3D51-D12A-741AA4A67C4E}" dt="2025-01-26T15:12:15.746" v="3"/>
        <pc:sldMkLst>
          <pc:docMk/>
          <pc:sldMk cId="3775625005" sldId="2147483557"/>
        </pc:sldMkLst>
      </pc:sldChg>
      <pc:sldChg chg="add del">
        <pc:chgData name="Ambre SONOR" userId="S::asonor@lemonway.com::020792ae-fc4a-47d7-9e18-119d3ce04a29" providerId="AD" clId="Web-{4D18B488-37D8-3D51-D12A-741AA4A67C4E}" dt="2025-01-26T15:13:21.592" v="23"/>
        <pc:sldMkLst>
          <pc:docMk/>
          <pc:sldMk cId="4013152853" sldId="2147483557"/>
        </pc:sldMkLst>
      </pc:sldChg>
      <pc:sldChg chg="add del">
        <pc:chgData name="Ambre SONOR" userId="S::asonor@lemonway.com::020792ae-fc4a-47d7-9e18-119d3ce04a29" providerId="AD" clId="Web-{4D18B488-37D8-3D51-D12A-741AA4A67C4E}" dt="2025-01-26T15:13:21.592" v="22"/>
        <pc:sldMkLst>
          <pc:docMk/>
          <pc:sldMk cId="1037370704" sldId="2147483558"/>
        </pc:sldMkLst>
      </pc:sldChg>
      <pc:sldChg chg="del">
        <pc:chgData name="Ambre SONOR" userId="S::asonor@lemonway.com::020792ae-fc4a-47d7-9e18-119d3ce04a29" providerId="AD" clId="Web-{4D18B488-37D8-3D51-D12A-741AA4A67C4E}" dt="2025-01-26T15:12:15.746" v="4"/>
        <pc:sldMkLst>
          <pc:docMk/>
          <pc:sldMk cId="1144274074" sldId="2147483558"/>
        </pc:sldMkLst>
      </pc:sldChg>
      <pc:sldChg chg="del">
        <pc:chgData name="Ambre SONOR" userId="S::asonor@lemonway.com::020792ae-fc4a-47d7-9e18-119d3ce04a29" providerId="AD" clId="Web-{4D18B488-37D8-3D51-D12A-741AA4A67C4E}" dt="2025-01-26T15:12:15.746" v="2"/>
        <pc:sldMkLst>
          <pc:docMk/>
          <pc:sldMk cId="1608452827" sldId="2147483559"/>
        </pc:sldMkLst>
      </pc:sldChg>
      <pc:sldChg chg="add del">
        <pc:chgData name="Ambre SONOR" userId="S::asonor@lemonway.com::020792ae-fc4a-47d7-9e18-119d3ce04a29" providerId="AD" clId="Web-{4D18B488-37D8-3D51-D12A-741AA4A67C4E}" dt="2025-01-26T15:13:21.592" v="21"/>
        <pc:sldMkLst>
          <pc:docMk/>
          <pc:sldMk cId="3846675213" sldId="2147483559"/>
        </pc:sldMkLst>
      </pc:sldChg>
      <pc:sldChg chg="del">
        <pc:chgData name="Ambre SONOR" userId="S::asonor@lemonway.com::020792ae-fc4a-47d7-9e18-119d3ce04a29" providerId="AD" clId="Web-{4D18B488-37D8-3D51-D12A-741AA4A67C4E}" dt="2025-01-26T15:12:15.730" v="1"/>
        <pc:sldMkLst>
          <pc:docMk/>
          <pc:sldMk cId="2840109025" sldId="2147483560"/>
        </pc:sldMkLst>
      </pc:sldChg>
      <pc:sldChg chg="add del">
        <pc:chgData name="Ambre SONOR" userId="S::asonor@lemonway.com::020792ae-fc4a-47d7-9e18-119d3ce04a29" providerId="AD" clId="Web-{4D18B488-37D8-3D51-D12A-741AA4A67C4E}" dt="2025-01-26T15:13:21.576" v="20"/>
        <pc:sldMkLst>
          <pc:docMk/>
          <pc:sldMk cId="3092354881" sldId="2147483560"/>
        </pc:sldMkLst>
      </pc:sldChg>
      <pc:sldChg chg="add del">
        <pc:chgData name="Ambre SONOR" userId="S::asonor@lemonway.com::020792ae-fc4a-47d7-9e18-119d3ce04a29" providerId="AD" clId="Web-{4D18B488-37D8-3D51-D12A-741AA4A67C4E}" dt="2025-01-26T15:13:21.576" v="19"/>
        <pc:sldMkLst>
          <pc:docMk/>
          <pc:sldMk cId="2402982292" sldId="2147483561"/>
        </pc:sldMkLst>
      </pc:sldChg>
      <pc:sldChg chg="add replId">
        <pc:chgData name="Ambre SONOR" userId="S::asonor@lemonway.com::020792ae-fc4a-47d7-9e18-119d3ce04a29" providerId="AD" clId="Web-{4D18B488-37D8-3D51-D12A-741AA4A67C4E}" dt="2025-01-26T15:13:12.576" v="11"/>
        <pc:sldMkLst>
          <pc:docMk/>
          <pc:sldMk cId="1289184987" sldId="2147483562"/>
        </pc:sldMkLst>
      </pc:sldChg>
      <pc:sldChg chg="add replId">
        <pc:chgData name="Ambre SONOR" userId="S::asonor@lemonway.com::020792ae-fc4a-47d7-9e18-119d3ce04a29" providerId="AD" clId="Web-{4D18B488-37D8-3D51-D12A-741AA4A67C4E}" dt="2025-01-26T15:13:12.717" v="12"/>
        <pc:sldMkLst>
          <pc:docMk/>
          <pc:sldMk cId="1404434608" sldId="2147483563"/>
        </pc:sldMkLst>
      </pc:sldChg>
      <pc:sldChg chg="add replId">
        <pc:chgData name="Ambre SONOR" userId="S::asonor@lemonway.com::020792ae-fc4a-47d7-9e18-119d3ce04a29" providerId="AD" clId="Web-{4D18B488-37D8-3D51-D12A-741AA4A67C4E}" dt="2025-01-26T15:13:12.826" v="13"/>
        <pc:sldMkLst>
          <pc:docMk/>
          <pc:sldMk cId="2755047218" sldId="2147483564"/>
        </pc:sldMkLst>
      </pc:sldChg>
      <pc:sldChg chg="modSp add replId">
        <pc:chgData name="Ambre SONOR" userId="S::asonor@lemonway.com::020792ae-fc4a-47d7-9e18-119d3ce04a29" providerId="AD" clId="Web-{4D18B488-37D8-3D51-D12A-741AA4A67C4E}" dt="2025-01-26T15:23:02.818" v="61" actId="20577"/>
        <pc:sldMkLst>
          <pc:docMk/>
          <pc:sldMk cId="2235345609" sldId="2147483565"/>
        </pc:sldMkLst>
      </pc:sldChg>
      <pc:sldChg chg="add replId">
        <pc:chgData name="Ambre SONOR" userId="S::asonor@lemonway.com::020792ae-fc4a-47d7-9e18-119d3ce04a29" providerId="AD" clId="Web-{4D18B488-37D8-3D51-D12A-741AA4A67C4E}" dt="2025-01-26T15:13:13.217" v="15"/>
        <pc:sldMkLst>
          <pc:docMk/>
          <pc:sldMk cId="256682989" sldId="2147483566"/>
        </pc:sldMkLst>
      </pc:sldChg>
      <pc:sldChg chg="addSp delSp modSp add replId">
        <pc:chgData name="Ambre SONOR" userId="S::asonor@lemonway.com::020792ae-fc4a-47d7-9e18-119d3ce04a29" providerId="AD" clId="Web-{4D18B488-37D8-3D51-D12A-741AA4A67C4E}" dt="2025-01-26T15:22:43.240" v="59"/>
        <pc:sldMkLst>
          <pc:docMk/>
          <pc:sldMk cId="3463449161" sldId="2147483567"/>
        </pc:sldMkLst>
      </pc:sldChg>
      <pc:sldChg chg="add replId">
        <pc:chgData name="Ambre SONOR" userId="S::asonor@lemonway.com::020792ae-fc4a-47d7-9e18-119d3ce04a29" providerId="AD" clId="Web-{4D18B488-37D8-3D51-D12A-741AA4A67C4E}" dt="2025-01-26T15:13:13.420" v="17"/>
        <pc:sldMkLst>
          <pc:docMk/>
          <pc:sldMk cId="3993681143" sldId="2147483568"/>
        </pc:sldMkLst>
      </pc:sldChg>
    </pc:docChg>
  </pc:docChgLst>
  <pc:docChgLst>
    <pc:chgData name="Alexane BAUDRON" userId="c4e72a19-1b71-4ae0-b940-702fdd1a721d" providerId="ADAL" clId="{6A71322E-4FCE-3245-83CA-06CB33400DB1}"/>
    <pc:docChg chg="modSld">
      <pc:chgData name="Alexane BAUDRON" userId="c4e72a19-1b71-4ae0-b940-702fdd1a721d" providerId="ADAL" clId="{6A71322E-4FCE-3245-83CA-06CB33400DB1}" dt="2025-04-11T09:00:26.354" v="0" actId="207"/>
      <pc:docMkLst>
        <pc:docMk/>
      </pc:docMkLst>
      <pc:sldChg chg="modSp mod">
        <pc:chgData name="Alexane BAUDRON" userId="c4e72a19-1b71-4ae0-b940-702fdd1a721d" providerId="ADAL" clId="{6A71322E-4FCE-3245-83CA-06CB33400DB1}" dt="2025-04-11T09:00:26.354" v="0" actId="207"/>
        <pc:sldMkLst>
          <pc:docMk/>
          <pc:sldMk cId="1292861028" sldId="2147483484"/>
        </pc:sldMkLst>
      </pc:sldChg>
    </pc:docChg>
  </pc:docChgLst>
  <pc:docChgLst>
    <pc:chgData name="Martin-Pierre GAULTIER" userId="S::mpgaultier@lemonway.com::0415e4a0-177e-4c12-b0e5-1f7bc3cae49f" providerId="AD" clId="Web-{81F0FA31-1023-C8BC-B591-3193617A7462}"/>
    <pc:docChg chg="addSld modSld">
      <pc:chgData name="Martin-Pierre GAULTIER" userId="S::mpgaultier@lemonway.com::0415e4a0-177e-4c12-b0e5-1f7bc3cae49f" providerId="AD" clId="Web-{81F0FA31-1023-C8BC-B591-3193617A7462}" dt="2025-01-24T10:41:33.029" v="289" actId="20577"/>
      <pc:docMkLst>
        <pc:docMk/>
      </pc:docMkLst>
      <pc:sldChg chg="addSp modSp">
        <pc:chgData name="Martin-Pierre GAULTIER" userId="S::mpgaultier@lemonway.com::0415e4a0-177e-4c12-b0e5-1f7bc3cae49f" providerId="AD" clId="Web-{81F0FA31-1023-C8BC-B591-3193617A7462}" dt="2025-01-24T10:41:33.029" v="289" actId="20577"/>
        <pc:sldMkLst>
          <pc:docMk/>
          <pc:sldMk cId="1260531968" sldId="2147483524"/>
        </pc:sldMkLst>
      </pc:sldChg>
      <pc:sldChg chg="delSp modSp add replId">
        <pc:chgData name="Martin-Pierre GAULTIER" userId="S::mpgaultier@lemonway.com::0415e4a0-177e-4c12-b0e5-1f7bc3cae49f" providerId="AD" clId="Web-{81F0FA31-1023-C8BC-B591-3193617A7462}" dt="2025-01-24T09:41:49.808" v="61" actId="20577"/>
        <pc:sldMkLst>
          <pc:docMk/>
          <pc:sldMk cId="1186544563" sldId="2147483539"/>
        </pc:sldMkLst>
      </pc:sldChg>
      <pc:sldChg chg="modSp add replId">
        <pc:chgData name="Martin-Pierre GAULTIER" userId="S::mpgaultier@lemonway.com::0415e4a0-177e-4c12-b0e5-1f7bc3cae49f" providerId="AD" clId="Web-{81F0FA31-1023-C8BC-B591-3193617A7462}" dt="2025-01-24T10:04:07.846" v="228" actId="20577"/>
        <pc:sldMkLst>
          <pc:docMk/>
          <pc:sldMk cId="4133866324" sldId="2147483540"/>
        </pc:sldMkLst>
      </pc:sldChg>
    </pc:docChg>
  </pc:docChgLst>
  <pc:docChgLst>
    <pc:chgData name="Ambre SONOR" userId="S::asonor@lemonway.com::020792ae-fc4a-47d7-9e18-119d3ce04a29" providerId="AD" clId="Web-{3D15ABCA-DE2B-6C39-94C0-B697A87C14F8}"/>
    <pc:docChg chg="addSld modSld sldOrd">
      <pc:chgData name="Ambre SONOR" userId="S::asonor@lemonway.com::020792ae-fc4a-47d7-9e18-119d3ce04a29" providerId="AD" clId="Web-{3D15ABCA-DE2B-6C39-94C0-B697A87C14F8}" dt="2025-01-27T16:09:25.388" v="9" actId="14100"/>
      <pc:docMkLst>
        <pc:docMk/>
      </pc:docMkLst>
      <pc:sldChg chg="add">
        <pc:chgData name="Ambre SONOR" userId="S::asonor@lemonway.com::020792ae-fc4a-47d7-9e18-119d3ce04a29" providerId="AD" clId="Web-{3D15ABCA-DE2B-6C39-94C0-B697A87C14F8}" dt="2025-01-26T14:31:44.819" v="4"/>
        <pc:sldMkLst>
          <pc:docMk/>
          <pc:sldMk cId="1650262097" sldId="551"/>
        </pc:sldMkLst>
      </pc:sldChg>
      <pc:sldChg chg="modSp">
        <pc:chgData name="Ambre SONOR" userId="S::asonor@lemonway.com::020792ae-fc4a-47d7-9e18-119d3ce04a29" providerId="AD" clId="Web-{3D15ABCA-DE2B-6C39-94C0-B697A87C14F8}" dt="2025-01-27T16:09:25.388" v="9" actId="14100"/>
        <pc:sldMkLst>
          <pc:docMk/>
          <pc:sldMk cId="1260531968" sldId="2147483524"/>
        </pc:sldMkLst>
      </pc:sldChg>
      <pc:sldChg chg="add">
        <pc:chgData name="Ambre SONOR" userId="S::asonor@lemonway.com::020792ae-fc4a-47d7-9e18-119d3ce04a29" providerId="AD" clId="Web-{3D15ABCA-DE2B-6C39-94C0-B697A87C14F8}" dt="2025-01-26T14:31:44.710" v="0"/>
        <pc:sldMkLst>
          <pc:docMk/>
          <pc:sldMk cId="3775625005" sldId="2147483557"/>
        </pc:sldMkLst>
      </pc:sldChg>
      <pc:sldChg chg="add ord">
        <pc:chgData name="Ambre SONOR" userId="S::asonor@lemonway.com::020792ae-fc4a-47d7-9e18-119d3ce04a29" providerId="AD" clId="Web-{3D15ABCA-DE2B-6C39-94C0-B697A87C14F8}" dt="2025-01-26T14:33:24.589" v="5"/>
        <pc:sldMkLst>
          <pc:docMk/>
          <pc:sldMk cId="1144274074" sldId="2147483558"/>
        </pc:sldMkLst>
      </pc:sldChg>
      <pc:sldChg chg="add">
        <pc:chgData name="Ambre SONOR" userId="S::asonor@lemonway.com::020792ae-fc4a-47d7-9e18-119d3ce04a29" providerId="AD" clId="Web-{3D15ABCA-DE2B-6C39-94C0-B697A87C14F8}" dt="2025-01-26T14:31:44.757" v="2"/>
        <pc:sldMkLst>
          <pc:docMk/>
          <pc:sldMk cId="1608452827" sldId="2147483559"/>
        </pc:sldMkLst>
      </pc:sldChg>
      <pc:sldChg chg="add">
        <pc:chgData name="Ambre SONOR" userId="S::asonor@lemonway.com::020792ae-fc4a-47d7-9e18-119d3ce04a29" providerId="AD" clId="Web-{3D15ABCA-DE2B-6C39-94C0-B697A87C14F8}" dt="2025-01-26T14:31:44.788" v="3"/>
        <pc:sldMkLst>
          <pc:docMk/>
          <pc:sldMk cId="2840109025" sldId="2147483560"/>
        </pc:sldMkLst>
      </pc:sldChg>
    </pc:docChg>
  </pc:docChgLst>
  <pc:docChgLst>
    <pc:chgData name="Daryne VOUFO" userId="S::dvoufo@lemonway.com::149b2d68-4f34-4cea-9046-0a79116666fa" providerId="AD" clId="Web-{4A0EFBF1-6601-CE44-6CE0-CED8822CFA3E}"/>
    <pc:docChg chg="modSld">
      <pc:chgData name="Daryne VOUFO" userId="S::dvoufo@lemonway.com::149b2d68-4f34-4cea-9046-0a79116666fa" providerId="AD" clId="Web-{4A0EFBF1-6601-CE44-6CE0-CED8822CFA3E}" dt="2025-01-30T09:31:18.169" v="0" actId="1076"/>
      <pc:docMkLst>
        <pc:docMk/>
      </pc:docMkLst>
      <pc:sldChg chg="modSp">
        <pc:chgData name="Daryne VOUFO" userId="S::dvoufo@lemonway.com::149b2d68-4f34-4cea-9046-0a79116666fa" providerId="AD" clId="Web-{4A0EFBF1-6601-CE44-6CE0-CED8822CFA3E}" dt="2025-01-30T09:31:18.169" v="0" actId="1076"/>
        <pc:sldMkLst>
          <pc:docMk/>
          <pc:sldMk cId="470428834" sldId="2147483492"/>
        </pc:sldMkLst>
      </pc:sldChg>
    </pc:docChg>
  </pc:docChgLst>
  <pc:docChgLst>
    <pc:chgData name="Pierre GAUVRY" userId="83edf39d-5bbc-4918-af09-c2287799a21e" providerId="ADAL" clId="{A776891F-67A0-B649-A07F-6D9E57C42EA1}"/>
    <pc:docChg chg="undo custSel addSld modSld">
      <pc:chgData name="Pierre GAUVRY" userId="83edf39d-5bbc-4918-af09-c2287799a21e" providerId="ADAL" clId="{A776891F-67A0-B649-A07F-6D9E57C42EA1}" dt="2025-01-27T18:58:31.751" v="1879" actId="20577"/>
      <pc:docMkLst>
        <pc:docMk/>
      </pc:docMkLst>
      <pc:sldChg chg="modSp mod">
        <pc:chgData name="Pierre GAUVRY" userId="83edf39d-5bbc-4918-af09-c2287799a21e" providerId="ADAL" clId="{A776891F-67A0-B649-A07F-6D9E57C42EA1}" dt="2025-01-26T14:46:11.683" v="993" actId="207"/>
        <pc:sldMkLst>
          <pc:docMk/>
          <pc:sldMk cId="2963462230" sldId="298"/>
        </pc:sldMkLst>
      </pc:sldChg>
      <pc:sldChg chg="setBg">
        <pc:chgData name="Pierre GAUVRY" userId="83edf39d-5bbc-4918-af09-c2287799a21e" providerId="ADAL" clId="{A776891F-67A0-B649-A07F-6D9E57C42EA1}" dt="2025-01-26T14:42:04.981" v="793"/>
        <pc:sldMkLst>
          <pc:docMk/>
          <pc:sldMk cId="2056008740" sldId="2147483519"/>
        </pc:sldMkLst>
      </pc:sldChg>
      <pc:sldChg chg="modSp add mod">
        <pc:chgData name="Pierre GAUVRY" userId="83edf39d-5bbc-4918-af09-c2287799a21e" providerId="ADAL" clId="{A776891F-67A0-B649-A07F-6D9E57C42EA1}" dt="2025-01-27T18:39:31.040" v="1832" actId="20577"/>
        <pc:sldMkLst>
          <pc:docMk/>
          <pc:sldMk cId="244232859" sldId="2147483541"/>
        </pc:sldMkLst>
      </pc:sldChg>
      <pc:sldChg chg="addSp delSp modSp add mod">
        <pc:chgData name="Pierre GAUVRY" userId="83edf39d-5bbc-4918-af09-c2287799a21e" providerId="ADAL" clId="{A776891F-67A0-B649-A07F-6D9E57C42EA1}" dt="2025-01-27T18:58:31.751" v="1879" actId="20577"/>
        <pc:sldMkLst>
          <pc:docMk/>
          <pc:sldMk cId="12490850" sldId="2147483542"/>
        </pc:sldMkLst>
      </pc:sldChg>
      <pc:sldChg chg="addSp delSp modSp add mod">
        <pc:chgData name="Pierre GAUVRY" userId="83edf39d-5bbc-4918-af09-c2287799a21e" providerId="ADAL" clId="{A776891F-67A0-B649-A07F-6D9E57C42EA1}" dt="2025-01-24T17:54:06.350" v="527"/>
        <pc:sldMkLst>
          <pc:docMk/>
          <pc:sldMk cId="3141618727" sldId="2147483543"/>
        </pc:sldMkLst>
      </pc:sldChg>
      <pc:sldChg chg="addSp delSp modSp add mod">
        <pc:chgData name="Pierre GAUVRY" userId="83edf39d-5bbc-4918-af09-c2287799a21e" providerId="ADAL" clId="{A776891F-67A0-B649-A07F-6D9E57C42EA1}" dt="2025-01-26T21:13:02.493" v="1451" actId="20577"/>
        <pc:sldMkLst>
          <pc:docMk/>
          <pc:sldMk cId="3792680044" sldId="2147483556"/>
        </pc:sldMkLst>
      </pc:sldChg>
    </pc:docChg>
  </pc:docChgLst>
  <pc:docChgLst>
    <pc:chgData name="Alexane BAUDRON" userId="c4e72a19-1b71-4ae0-b940-702fdd1a721d" providerId="ADAL" clId="{D4F44FF1-7F2C-FA40-AF24-8A4D60D10BFE}"/>
    <pc:docChg chg="undo custSel addSld delSld modSld">
      <pc:chgData name="Alexane BAUDRON" userId="c4e72a19-1b71-4ae0-b940-702fdd1a721d" providerId="ADAL" clId="{D4F44FF1-7F2C-FA40-AF24-8A4D60D10BFE}" dt="2025-02-19T14:16:44.961" v="3362" actId="1076"/>
      <pc:docMkLst>
        <pc:docMk/>
      </pc:docMkLst>
      <pc:sldChg chg="modSp mod">
        <pc:chgData name="Alexane BAUDRON" userId="c4e72a19-1b71-4ae0-b940-702fdd1a721d" providerId="ADAL" clId="{D4F44FF1-7F2C-FA40-AF24-8A4D60D10BFE}" dt="2025-01-27T15:37:35.932" v="3183"/>
        <pc:sldMkLst>
          <pc:docMk/>
          <pc:sldMk cId="1292861028" sldId="2147483484"/>
        </pc:sldMkLst>
      </pc:sldChg>
      <pc:sldChg chg="addSp delSp modSp mod">
        <pc:chgData name="Alexane BAUDRON" userId="c4e72a19-1b71-4ae0-b940-702fdd1a721d" providerId="ADAL" clId="{D4F44FF1-7F2C-FA40-AF24-8A4D60D10BFE}" dt="2025-01-15T16:43:11.970" v="171" actId="18131"/>
        <pc:sldMkLst>
          <pc:docMk/>
          <pc:sldMk cId="581994450" sldId="2147483485"/>
        </pc:sldMkLst>
      </pc:sldChg>
      <pc:sldChg chg="addSp delSp modSp mod">
        <pc:chgData name="Alexane BAUDRON" userId="c4e72a19-1b71-4ae0-b940-702fdd1a721d" providerId="ADAL" clId="{D4F44FF1-7F2C-FA40-AF24-8A4D60D10BFE}" dt="2025-01-24T10:22:15.848" v="396" actId="1035"/>
        <pc:sldMkLst>
          <pc:docMk/>
          <pc:sldMk cId="3904141368" sldId="2147483486"/>
        </pc:sldMkLst>
      </pc:sldChg>
      <pc:sldChg chg="addSp delSp modSp mod">
        <pc:chgData name="Alexane BAUDRON" userId="c4e72a19-1b71-4ae0-b940-702fdd1a721d" providerId="ADAL" clId="{D4F44FF1-7F2C-FA40-AF24-8A4D60D10BFE}" dt="2025-01-27T14:27:44.630" v="1797" actId="14826"/>
        <pc:sldMkLst>
          <pc:docMk/>
          <pc:sldMk cId="1096040518" sldId="2147483487"/>
        </pc:sldMkLst>
      </pc:sldChg>
      <pc:sldChg chg="addSp delSp modSp mod">
        <pc:chgData name="Alexane BAUDRON" userId="c4e72a19-1b71-4ae0-b940-702fdd1a721d" providerId="ADAL" clId="{D4F44FF1-7F2C-FA40-AF24-8A4D60D10BFE}" dt="2025-01-22T16:45:47.365" v="247" actId="1076"/>
        <pc:sldMkLst>
          <pc:docMk/>
          <pc:sldMk cId="2736715337" sldId="2147483489"/>
        </pc:sldMkLst>
      </pc:sldChg>
      <pc:sldChg chg="addSp delSp modSp mod">
        <pc:chgData name="Alexane BAUDRON" userId="c4e72a19-1b71-4ae0-b940-702fdd1a721d" providerId="ADAL" clId="{D4F44FF1-7F2C-FA40-AF24-8A4D60D10BFE}" dt="2025-01-22T16:52:02.680" v="349" actId="478"/>
        <pc:sldMkLst>
          <pc:docMk/>
          <pc:sldMk cId="2391188043" sldId="2147483490"/>
        </pc:sldMkLst>
      </pc:sldChg>
      <pc:sldChg chg="addSp delSp modSp mod delAnim modAnim">
        <pc:chgData name="Alexane BAUDRON" userId="c4e72a19-1b71-4ae0-b940-702fdd1a721d" providerId="ADAL" clId="{D4F44FF1-7F2C-FA40-AF24-8A4D60D10BFE}" dt="2025-02-19T14:16:44.961" v="3362" actId="1076"/>
        <pc:sldMkLst>
          <pc:docMk/>
          <pc:sldMk cId="470428834" sldId="2147483492"/>
        </pc:sldMkLst>
      </pc:sldChg>
      <pc:sldChg chg="del">
        <pc:chgData name="Alexane BAUDRON" userId="c4e72a19-1b71-4ae0-b940-702fdd1a721d" providerId="ADAL" clId="{D4F44FF1-7F2C-FA40-AF24-8A4D60D10BFE}" dt="2025-01-15T16:36:41.925" v="41" actId="2696"/>
        <pc:sldMkLst>
          <pc:docMk/>
          <pc:sldMk cId="1278056561" sldId="2147483493"/>
        </pc:sldMkLst>
      </pc:sldChg>
      <pc:sldChg chg="delSp modSp mod delAnim">
        <pc:chgData name="Alexane BAUDRON" userId="c4e72a19-1b71-4ae0-b940-702fdd1a721d" providerId="ADAL" clId="{D4F44FF1-7F2C-FA40-AF24-8A4D60D10BFE}" dt="2025-01-27T14:18:14.732" v="1707" actId="14100"/>
        <pc:sldMkLst>
          <pc:docMk/>
          <pc:sldMk cId="1425089493" sldId="2147483520"/>
        </pc:sldMkLst>
      </pc:sldChg>
      <pc:sldChg chg="addSp delSp modSp mod">
        <pc:chgData name="Alexane BAUDRON" userId="c4e72a19-1b71-4ae0-b940-702fdd1a721d" providerId="ADAL" clId="{D4F44FF1-7F2C-FA40-AF24-8A4D60D10BFE}" dt="2025-01-27T09:06:06.784" v="416" actId="14826"/>
        <pc:sldMkLst>
          <pc:docMk/>
          <pc:sldMk cId="696696546" sldId="2147483521"/>
        </pc:sldMkLst>
      </pc:sldChg>
      <pc:sldChg chg="modSp mod">
        <pc:chgData name="Alexane BAUDRON" userId="c4e72a19-1b71-4ae0-b940-702fdd1a721d" providerId="ADAL" clId="{D4F44FF1-7F2C-FA40-AF24-8A4D60D10BFE}" dt="2025-01-27T15:12:05.070" v="2520" actId="1035"/>
        <pc:sldMkLst>
          <pc:docMk/>
          <pc:sldMk cId="2312050107" sldId="2147483522"/>
        </pc:sldMkLst>
      </pc:sldChg>
      <pc:sldChg chg="modSp mod">
        <pc:chgData name="Alexane BAUDRON" userId="c4e72a19-1b71-4ae0-b940-702fdd1a721d" providerId="ADAL" clId="{D4F44FF1-7F2C-FA40-AF24-8A4D60D10BFE}" dt="2025-01-27T15:12:11.672" v="2527" actId="1035"/>
        <pc:sldMkLst>
          <pc:docMk/>
          <pc:sldMk cId="2474122460" sldId="2147483523"/>
        </pc:sldMkLst>
      </pc:sldChg>
      <pc:sldChg chg="addSp delSp modSp mod modAnim">
        <pc:chgData name="Alexane BAUDRON" userId="c4e72a19-1b71-4ae0-b940-702fdd1a721d" providerId="ADAL" clId="{D4F44FF1-7F2C-FA40-AF24-8A4D60D10BFE}" dt="2025-01-27T13:39:33.069" v="1420" actId="14100"/>
        <pc:sldMkLst>
          <pc:docMk/>
          <pc:sldMk cId="1260531968" sldId="2147483524"/>
        </pc:sldMkLst>
      </pc:sldChg>
      <pc:sldChg chg="modSp mod">
        <pc:chgData name="Alexane BAUDRON" userId="c4e72a19-1b71-4ae0-b940-702fdd1a721d" providerId="ADAL" clId="{D4F44FF1-7F2C-FA40-AF24-8A4D60D10BFE}" dt="2025-01-27T14:12:27.921" v="1447" actId="20577"/>
        <pc:sldMkLst>
          <pc:docMk/>
          <pc:sldMk cId="3207649941" sldId="2147483525"/>
        </pc:sldMkLst>
      </pc:sldChg>
      <pc:sldChg chg="modSp mod">
        <pc:chgData name="Alexane BAUDRON" userId="c4e72a19-1b71-4ae0-b940-702fdd1a721d" providerId="ADAL" clId="{D4F44FF1-7F2C-FA40-AF24-8A4D60D10BFE}" dt="2025-01-27T15:34:14.920" v="3123" actId="14861"/>
        <pc:sldMkLst>
          <pc:docMk/>
          <pc:sldMk cId="2246678326" sldId="2147483526"/>
        </pc:sldMkLst>
      </pc:sldChg>
      <pc:sldChg chg="addSp delSp modSp mod">
        <pc:chgData name="Alexane BAUDRON" userId="c4e72a19-1b71-4ae0-b940-702fdd1a721d" providerId="ADAL" clId="{D4F44FF1-7F2C-FA40-AF24-8A4D60D10BFE}" dt="2025-01-27T15:35:43.618" v="3176" actId="1036"/>
        <pc:sldMkLst>
          <pc:docMk/>
          <pc:sldMk cId="4251313692" sldId="2147483528"/>
        </pc:sldMkLst>
      </pc:sldChg>
      <pc:sldChg chg="modSp mod">
        <pc:chgData name="Alexane BAUDRON" userId="c4e72a19-1b71-4ae0-b940-702fdd1a721d" providerId="ADAL" clId="{D4F44FF1-7F2C-FA40-AF24-8A4D60D10BFE}" dt="2025-01-27T14:12:43.534" v="1448" actId="2711"/>
        <pc:sldMkLst>
          <pc:docMk/>
          <pc:sldMk cId="1326845705" sldId="2147483529"/>
        </pc:sldMkLst>
      </pc:sldChg>
      <pc:sldChg chg="addSp delSp modSp mod modNotesTx">
        <pc:chgData name="Alexane BAUDRON" userId="c4e72a19-1b71-4ae0-b940-702fdd1a721d" providerId="ADAL" clId="{D4F44FF1-7F2C-FA40-AF24-8A4D60D10BFE}" dt="2025-01-27T14:16:22.240" v="1692" actId="1076"/>
        <pc:sldMkLst>
          <pc:docMk/>
          <pc:sldMk cId="1824639407" sldId="2147483530"/>
        </pc:sldMkLst>
      </pc:sldChg>
      <pc:sldChg chg="addSp modSp mod">
        <pc:chgData name="Alexane BAUDRON" userId="c4e72a19-1b71-4ae0-b940-702fdd1a721d" providerId="ADAL" clId="{D4F44FF1-7F2C-FA40-AF24-8A4D60D10BFE}" dt="2025-01-27T11:20:43.140" v="1210" actId="1035"/>
        <pc:sldMkLst>
          <pc:docMk/>
          <pc:sldMk cId="1584612849" sldId="2147483531"/>
        </pc:sldMkLst>
      </pc:sldChg>
      <pc:sldChg chg="modSp mod">
        <pc:chgData name="Alexane BAUDRON" userId="c4e72a19-1b71-4ae0-b940-702fdd1a721d" providerId="ADAL" clId="{D4F44FF1-7F2C-FA40-AF24-8A4D60D10BFE}" dt="2025-01-27T15:09:51.995" v="2470" actId="1076"/>
        <pc:sldMkLst>
          <pc:docMk/>
          <pc:sldMk cId="1176860781" sldId="2147483532"/>
        </pc:sldMkLst>
      </pc:sldChg>
      <pc:sldChg chg="addSp delSp modSp mod delAnim modAnim">
        <pc:chgData name="Alexane BAUDRON" userId="c4e72a19-1b71-4ae0-b940-702fdd1a721d" providerId="ADAL" clId="{D4F44FF1-7F2C-FA40-AF24-8A4D60D10BFE}" dt="2025-01-27T15:32:13.475" v="2842" actId="207"/>
        <pc:sldMkLst>
          <pc:docMk/>
          <pc:sldMk cId="4213513957" sldId="2147483533"/>
        </pc:sldMkLst>
      </pc:sldChg>
      <pc:sldChg chg="delSp modSp mod">
        <pc:chgData name="Alexane BAUDRON" userId="c4e72a19-1b71-4ae0-b940-702fdd1a721d" providerId="ADAL" clId="{D4F44FF1-7F2C-FA40-AF24-8A4D60D10BFE}" dt="2025-01-27T15:14:07.476" v="2537" actId="20577"/>
        <pc:sldMkLst>
          <pc:docMk/>
          <pc:sldMk cId="3330874013" sldId="2147483537"/>
        </pc:sldMkLst>
      </pc:sldChg>
      <pc:sldChg chg="addSp delSp modSp mod modAnim">
        <pc:chgData name="Alexane BAUDRON" userId="c4e72a19-1b71-4ae0-b940-702fdd1a721d" providerId="ADAL" clId="{D4F44FF1-7F2C-FA40-AF24-8A4D60D10BFE}" dt="2025-01-27T13:32:20.091" v="1415"/>
        <pc:sldMkLst>
          <pc:docMk/>
          <pc:sldMk cId="1186544563" sldId="2147483539"/>
        </pc:sldMkLst>
      </pc:sldChg>
      <pc:sldChg chg="addSp delSp modSp add del mod delAnim modAnim">
        <pc:chgData name="Alexane BAUDRON" userId="c4e72a19-1b71-4ae0-b940-702fdd1a721d" providerId="ADAL" clId="{D4F44FF1-7F2C-FA40-AF24-8A4D60D10BFE}" dt="2025-01-22T16:43:15.157" v="223" actId="2696"/>
        <pc:sldMkLst>
          <pc:docMk/>
          <pc:sldMk cId="3314548321" sldId="2147483539"/>
        </pc:sldMkLst>
      </pc:sldChg>
      <pc:sldChg chg="modSp mod">
        <pc:chgData name="Alexane BAUDRON" userId="c4e72a19-1b71-4ae0-b940-702fdd1a721d" providerId="ADAL" clId="{D4F44FF1-7F2C-FA40-AF24-8A4D60D10BFE}" dt="2025-01-27T15:27:23.431" v="2809"/>
        <pc:sldMkLst>
          <pc:docMk/>
          <pc:sldMk cId="4133866324" sldId="2147483540"/>
        </pc:sldMkLst>
      </pc:sldChg>
      <pc:sldChg chg="modSp mod">
        <pc:chgData name="Alexane BAUDRON" userId="c4e72a19-1b71-4ae0-b940-702fdd1a721d" providerId="ADAL" clId="{D4F44FF1-7F2C-FA40-AF24-8A4D60D10BFE}" dt="2025-01-27T14:48:29.245" v="2122"/>
        <pc:sldMkLst>
          <pc:docMk/>
          <pc:sldMk cId="244232859" sldId="2147483541"/>
        </pc:sldMkLst>
      </pc:sldChg>
      <pc:sldChg chg="modSp mod">
        <pc:chgData name="Alexane BAUDRON" userId="c4e72a19-1b71-4ae0-b940-702fdd1a721d" providerId="ADAL" clId="{D4F44FF1-7F2C-FA40-AF24-8A4D60D10BFE}" dt="2025-01-27T15:30:00.171" v="2835" actId="1076"/>
        <pc:sldMkLst>
          <pc:docMk/>
          <pc:sldMk cId="12490850" sldId="2147483542"/>
        </pc:sldMkLst>
      </pc:sldChg>
      <pc:sldChg chg="addSp delSp modSp mod setBg">
        <pc:chgData name="Alexane BAUDRON" userId="c4e72a19-1b71-4ae0-b940-702fdd1a721d" providerId="ADAL" clId="{D4F44FF1-7F2C-FA40-AF24-8A4D60D10BFE}" dt="2025-01-27T15:12:46.286" v="2531"/>
        <pc:sldMkLst>
          <pc:docMk/>
          <pc:sldMk cId="3141618727" sldId="2147483543"/>
        </pc:sldMkLst>
      </pc:sldChg>
      <pc:sldChg chg="modSp mod">
        <pc:chgData name="Alexane BAUDRON" userId="c4e72a19-1b71-4ae0-b940-702fdd1a721d" providerId="ADAL" clId="{D4F44FF1-7F2C-FA40-AF24-8A4D60D10BFE}" dt="2025-01-27T15:25:17.351" v="2785" actId="1038"/>
        <pc:sldMkLst>
          <pc:docMk/>
          <pc:sldMk cId="3452786207" sldId="2147483544"/>
        </pc:sldMkLst>
      </pc:sldChg>
      <pc:sldChg chg="addSp delSp modSp mod">
        <pc:chgData name="Alexane BAUDRON" userId="c4e72a19-1b71-4ae0-b940-702fdd1a721d" providerId="ADAL" clId="{D4F44FF1-7F2C-FA40-AF24-8A4D60D10BFE}" dt="2025-01-27T15:00:16.493" v="2360"/>
        <pc:sldMkLst>
          <pc:docMk/>
          <pc:sldMk cId="538564091" sldId="2147483545"/>
        </pc:sldMkLst>
      </pc:sldChg>
      <pc:sldChg chg="addSp delSp modSp mod">
        <pc:chgData name="Alexane BAUDRON" userId="c4e72a19-1b71-4ae0-b940-702fdd1a721d" providerId="ADAL" clId="{D4F44FF1-7F2C-FA40-AF24-8A4D60D10BFE}" dt="2025-01-27T15:05:47.042" v="2430" actId="1038"/>
        <pc:sldMkLst>
          <pc:docMk/>
          <pc:sldMk cId="323720210" sldId="2147483546"/>
        </pc:sldMkLst>
      </pc:sldChg>
      <pc:sldChg chg="addSp delSp modSp mod">
        <pc:chgData name="Alexane BAUDRON" userId="c4e72a19-1b71-4ae0-b940-702fdd1a721d" providerId="ADAL" clId="{D4F44FF1-7F2C-FA40-AF24-8A4D60D10BFE}" dt="2025-01-27T15:06:36.214" v="2440" actId="1076"/>
        <pc:sldMkLst>
          <pc:docMk/>
          <pc:sldMk cId="819472479" sldId="2147483547"/>
        </pc:sldMkLst>
      </pc:sldChg>
      <pc:sldChg chg="modSp mod">
        <pc:chgData name="Alexane BAUDRON" userId="c4e72a19-1b71-4ae0-b940-702fdd1a721d" providerId="ADAL" clId="{D4F44FF1-7F2C-FA40-AF24-8A4D60D10BFE}" dt="2025-01-27T15:13:04.322" v="2533" actId="207"/>
        <pc:sldMkLst>
          <pc:docMk/>
          <pc:sldMk cId="3713441185" sldId="2147483549"/>
        </pc:sldMkLst>
      </pc:sldChg>
      <pc:sldChg chg="modSp mod">
        <pc:chgData name="Alexane BAUDRON" userId="c4e72a19-1b71-4ae0-b940-702fdd1a721d" providerId="ADAL" clId="{D4F44FF1-7F2C-FA40-AF24-8A4D60D10BFE}" dt="2025-01-27T14:55:35.228" v="2246" actId="14861"/>
        <pc:sldMkLst>
          <pc:docMk/>
          <pc:sldMk cId="3514001501" sldId="2147483550"/>
        </pc:sldMkLst>
      </pc:sldChg>
      <pc:sldChg chg="modSp mod">
        <pc:chgData name="Alexane BAUDRON" userId="c4e72a19-1b71-4ae0-b940-702fdd1a721d" providerId="ADAL" clId="{D4F44FF1-7F2C-FA40-AF24-8A4D60D10BFE}" dt="2025-01-27T17:02:53.551" v="3360" actId="1035"/>
        <pc:sldMkLst>
          <pc:docMk/>
          <pc:sldMk cId="3947401979" sldId="2147483551"/>
        </pc:sldMkLst>
      </pc:sldChg>
      <pc:sldChg chg="modSp mod">
        <pc:chgData name="Alexane BAUDRON" userId="c4e72a19-1b71-4ae0-b940-702fdd1a721d" providerId="ADAL" clId="{D4F44FF1-7F2C-FA40-AF24-8A4D60D10BFE}" dt="2025-01-27T15:04:45.622" v="2418" actId="1036"/>
        <pc:sldMkLst>
          <pc:docMk/>
          <pc:sldMk cId="237779500" sldId="2147483552"/>
        </pc:sldMkLst>
      </pc:sldChg>
      <pc:sldChg chg="modSp mod">
        <pc:chgData name="Alexane BAUDRON" userId="c4e72a19-1b71-4ae0-b940-702fdd1a721d" providerId="ADAL" clId="{D4F44FF1-7F2C-FA40-AF24-8A4D60D10BFE}" dt="2025-01-27T14:51:47.045" v="2210" actId="1035"/>
        <pc:sldMkLst>
          <pc:docMk/>
          <pc:sldMk cId="2159616718" sldId="2147483554"/>
        </pc:sldMkLst>
      </pc:sldChg>
      <pc:sldChg chg="modSp">
        <pc:chgData name="Alexane BAUDRON" userId="c4e72a19-1b71-4ae0-b940-702fdd1a721d" providerId="ADAL" clId="{D4F44FF1-7F2C-FA40-AF24-8A4D60D10BFE}" dt="2025-01-27T15:01:02.263" v="2369"/>
        <pc:sldMkLst>
          <pc:docMk/>
          <pc:sldMk cId="2971429069" sldId="2147483555"/>
        </pc:sldMkLst>
      </pc:sldChg>
      <pc:sldChg chg="modSp mod">
        <pc:chgData name="Alexane BAUDRON" userId="c4e72a19-1b71-4ae0-b940-702fdd1a721d" providerId="ADAL" clId="{D4F44FF1-7F2C-FA40-AF24-8A4D60D10BFE}" dt="2025-01-27T14:40:05.254" v="1988" actId="20577"/>
        <pc:sldMkLst>
          <pc:docMk/>
          <pc:sldMk cId="3792680044" sldId="2147483556"/>
        </pc:sldMkLst>
      </pc:sldChg>
      <pc:sldChg chg="modSp mod">
        <pc:chgData name="Alexane BAUDRON" userId="c4e72a19-1b71-4ae0-b940-702fdd1a721d" providerId="ADAL" clId="{D4F44FF1-7F2C-FA40-AF24-8A4D60D10BFE}" dt="2025-01-27T14:36:35.351" v="1941" actId="1076"/>
        <pc:sldMkLst>
          <pc:docMk/>
          <pc:sldMk cId="1289184987" sldId="2147483562"/>
        </pc:sldMkLst>
      </pc:sldChg>
      <pc:sldChg chg="modSp mod">
        <pc:chgData name="Alexane BAUDRON" userId="c4e72a19-1b71-4ae0-b940-702fdd1a721d" providerId="ADAL" clId="{D4F44FF1-7F2C-FA40-AF24-8A4D60D10BFE}" dt="2025-01-27T14:36:24.792" v="1939" actId="14100"/>
        <pc:sldMkLst>
          <pc:docMk/>
          <pc:sldMk cId="1404434608" sldId="2147483563"/>
        </pc:sldMkLst>
      </pc:sldChg>
      <pc:sldChg chg="modSp mod">
        <pc:chgData name="Alexane BAUDRON" userId="c4e72a19-1b71-4ae0-b940-702fdd1a721d" providerId="ADAL" clId="{D4F44FF1-7F2C-FA40-AF24-8A4D60D10BFE}" dt="2025-01-27T14:32:24.333" v="1846" actId="208"/>
        <pc:sldMkLst>
          <pc:docMk/>
          <pc:sldMk cId="2755047218" sldId="2147483564"/>
        </pc:sldMkLst>
      </pc:sldChg>
      <pc:sldChg chg="modSp mod">
        <pc:chgData name="Alexane BAUDRON" userId="c4e72a19-1b71-4ae0-b940-702fdd1a721d" providerId="ADAL" clId="{D4F44FF1-7F2C-FA40-AF24-8A4D60D10BFE}" dt="2025-01-27T14:29:46.378" v="1809" actId="1035"/>
        <pc:sldMkLst>
          <pc:docMk/>
          <pc:sldMk cId="2235345609" sldId="2147483565"/>
        </pc:sldMkLst>
      </pc:sldChg>
      <pc:sldChg chg="modSp mod setBg">
        <pc:chgData name="Alexane BAUDRON" userId="c4e72a19-1b71-4ae0-b940-702fdd1a721d" providerId="ADAL" clId="{D4F44FF1-7F2C-FA40-AF24-8A4D60D10BFE}" dt="2025-01-27T15:30:48.101" v="2837"/>
        <pc:sldMkLst>
          <pc:docMk/>
          <pc:sldMk cId="256682989" sldId="2147483566"/>
        </pc:sldMkLst>
      </pc:sldChg>
      <pc:sldChg chg="modSp mod">
        <pc:chgData name="Alexane BAUDRON" userId="c4e72a19-1b71-4ae0-b940-702fdd1a721d" providerId="ADAL" clId="{D4F44FF1-7F2C-FA40-AF24-8A4D60D10BFE}" dt="2025-01-27T13:40:30.828" v="1421" actId="1076"/>
        <pc:sldMkLst>
          <pc:docMk/>
          <pc:sldMk cId="3463449161" sldId="2147483567"/>
        </pc:sldMkLst>
      </pc:sldChg>
      <pc:sldChg chg="modSp mod">
        <pc:chgData name="Alexane BAUDRON" userId="c4e72a19-1b71-4ae0-b940-702fdd1a721d" providerId="ADAL" clId="{D4F44FF1-7F2C-FA40-AF24-8A4D60D10BFE}" dt="2025-01-27T15:31:33.389" v="2840" actId="1076"/>
        <pc:sldMkLst>
          <pc:docMk/>
          <pc:sldMk cId="534803942" sldId="2147483570"/>
        </pc:sldMkLst>
      </pc:sldChg>
      <pc:sldChg chg="modSp mod">
        <pc:chgData name="Alexane BAUDRON" userId="c4e72a19-1b71-4ae0-b940-702fdd1a721d" providerId="ADAL" clId="{D4F44FF1-7F2C-FA40-AF24-8A4D60D10BFE}" dt="2025-01-27T15:09:30.508" v="2469"/>
        <pc:sldMkLst>
          <pc:docMk/>
          <pc:sldMk cId="1851883643" sldId="2147483572"/>
        </pc:sldMkLst>
      </pc:sldChg>
      <pc:sldChg chg="modSp mod">
        <pc:chgData name="Alexane BAUDRON" userId="c4e72a19-1b71-4ae0-b940-702fdd1a721d" providerId="ADAL" clId="{D4F44FF1-7F2C-FA40-AF24-8A4D60D10BFE}" dt="2025-01-27T15:26:32.733" v="2804" actId="207"/>
        <pc:sldMkLst>
          <pc:docMk/>
          <pc:sldMk cId="3904257479" sldId="2147483573"/>
        </pc:sldMkLst>
      </pc:sldChg>
      <pc:sldChg chg="modSp mod">
        <pc:chgData name="Alexane BAUDRON" userId="c4e72a19-1b71-4ae0-b940-702fdd1a721d" providerId="ADAL" clId="{D4F44FF1-7F2C-FA40-AF24-8A4D60D10BFE}" dt="2025-01-27T15:26:27.003" v="2803" actId="207"/>
        <pc:sldMkLst>
          <pc:docMk/>
          <pc:sldMk cId="1584404665" sldId="2147483574"/>
        </pc:sldMkLst>
      </pc:sldChg>
      <pc:sldChg chg="modSp mod">
        <pc:chgData name="Alexane BAUDRON" userId="c4e72a19-1b71-4ae0-b940-702fdd1a721d" providerId="ADAL" clId="{D4F44FF1-7F2C-FA40-AF24-8A4D60D10BFE}" dt="2025-01-27T15:26:09.348" v="2800" actId="207"/>
        <pc:sldMkLst>
          <pc:docMk/>
          <pc:sldMk cId="3593561478" sldId="2147483575"/>
        </pc:sldMkLst>
      </pc:sldChg>
      <pc:sldChg chg="modSp mod">
        <pc:chgData name="Alexane BAUDRON" userId="c4e72a19-1b71-4ae0-b940-702fdd1a721d" providerId="ADAL" clId="{D4F44FF1-7F2C-FA40-AF24-8A4D60D10BFE}" dt="2025-01-27T15:26:14.963" v="2801" actId="207"/>
        <pc:sldMkLst>
          <pc:docMk/>
          <pc:sldMk cId="3395933212" sldId="2147483576"/>
        </pc:sldMkLst>
      </pc:sldChg>
      <pc:sldChg chg="modSp mod">
        <pc:chgData name="Alexane BAUDRON" userId="c4e72a19-1b71-4ae0-b940-702fdd1a721d" providerId="ADAL" clId="{D4F44FF1-7F2C-FA40-AF24-8A4D60D10BFE}" dt="2025-01-27T15:26:19.392" v="2802" actId="207"/>
        <pc:sldMkLst>
          <pc:docMk/>
          <pc:sldMk cId="4045004320" sldId="2147483577"/>
        </pc:sldMkLst>
      </pc:sldChg>
      <pc:sldChg chg="delSp modSp add mod">
        <pc:chgData name="Alexane BAUDRON" userId="c4e72a19-1b71-4ae0-b940-702fdd1a721d" providerId="ADAL" clId="{D4F44FF1-7F2C-FA40-AF24-8A4D60D10BFE}" dt="2025-01-27T09:11:46.599" v="478" actId="20577"/>
        <pc:sldMkLst>
          <pc:docMk/>
          <pc:sldMk cId="4053336332" sldId="2147483578"/>
        </pc:sldMkLst>
      </pc:sldChg>
      <pc:sldChg chg="addSp delSp modSp mod">
        <pc:chgData name="Alexane BAUDRON" userId="c4e72a19-1b71-4ae0-b940-702fdd1a721d" providerId="ADAL" clId="{D4F44FF1-7F2C-FA40-AF24-8A4D60D10BFE}" dt="2025-01-27T16:29:45.485" v="3266" actId="404"/>
        <pc:sldMkLst>
          <pc:docMk/>
          <pc:sldMk cId="1703776386" sldId="2147483579"/>
        </pc:sldMkLst>
      </pc:sldChg>
      <pc:sldChg chg="add mod modShow">
        <pc:chgData name="Alexane BAUDRON" userId="c4e72a19-1b71-4ae0-b940-702fdd1a721d" providerId="ADAL" clId="{D4F44FF1-7F2C-FA40-AF24-8A4D60D10BFE}" dt="2025-01-27T14:14:28.434" v="1459" actId="729"/>
        <pc:sldMkLst>
          <pc:docMk/>
          <pc:sldMk cId="992121836" sldId="2147483580"/>
        </pc:sldMkLst>
      </pc:sldChg>
    </pc:docChg>
  </pc:docChgLst>
  <pc:docChgLst>
    <pc:chgData name="Matthieu BRIEND" userId="S::mbriend@lemonway.com::f43b7032-540d-4661-9645-e17125bf3d76" providerId="AD" clId="Web-{8C3DAA53-8698-68DA-30E7-EA269715A3AF}"/>
    <pc:docChg chg="addSld delSld modSld">
      <pc:chgData name="Matthieu BRIEND" userId="S::mbriend@lemonway.com::f43b7032-540d-4661-9645-e17125bf3d76" providerId="AD" clId="Web-{8C3DAA53-8698-68DA-30E7-EA269715A3AF}" dt="2025-01-26T12:12:26.309" v="1161"/>
      <pc:docMkLst>
        <pc:docMk/>
      </pc:docMkLst>
      <pc:sldChg chg="addSp delSp modSp">
        <pc:chgData name="Matthieu BRIEND" userId="S::mbriend@lemonway.com::f43b7032-540d-4661-9645-e17125bf3d76" providerId="AD" clId="Web-{8C3DAA53-8698-68DA-30E7-EA269715A3AF}" dt="2025-01-26T11:32:46.567" v="811"/>
        <pc:sldMkLst>
          <pc:docMk/>
          <pc:sldMk cId="2982750" sldId="297"/>
        </pc:sldMkLst>
      </pc:sldChg>
      <pc:sldChg chg="modSp del">
        <pc:chgData name="Matthieu BRIEND" userId="S::mbriend@lemonway.com::f43b7032-540d-4661-9645-e17125bf3d76" providerId="AD" clId="Web-{8C3DAA53-8698-68DA-30E7-EA269715A3AF}" dt="2025-01-26T11:04:28.555" v="332"/>
        <pc:sldMkLst>
          <pc:docMk/>
          <pc:sldMk cId="3613313698" sldId="2147483536"/>
        </pc:sldMkLst>
      </pc:sldChg>
      <pc:sldChg chg="modSp">
        <pc:chgData name="Matthieu BRIEND" userId="S::mbriend@lemonway.com::f43b7032-540d-4661-9645-e17125bf3d76" providerId="AD" clId="Web-{8C3DAA53-8698-68DA-30E7-EA269715A3AF}" dt="2025-01-26T12:01:06.553" v="1111" actId="20577"/>
        <pc:sldMkLst>
          <pc:docMk/>
          <pc:sldMk cId="3330874013" sldId="2147483537"/>
        </pc:sldMkLst>
      </pc:sldChg>
      <pc:sldChg chg="addSp delSp modSp mod setBg">
        <pc:chgData name="Matthieu BRIEND" userId="S::mbriend@lemonway.com::f43b7032-540d-4661-9645-e17125bf3d76" providerId="AD" clId="Web-{8C3DAA53-8698-68DA-30E7-EA269715A3AF}" dt="2025-01-26T12:12:23.668" v="1160"/>
        <pc:sldMkLst>
          <pc:docMk/>
          <pc:sldMk cId="3713441185" sldId="2147483549"/>
        </pc:sldMkLst>
      </pc:sldChg>
      <pc:sldChg chg="addSp delSp modSp">
        <pc:chgData name="Matthieu BRIEND" userId="S::mbriend@lemonway.com::f43b7032-540d-4661-9645-e17125bf3d76" providerId="AD" clId="Web-{8C3DAA53-8698-68DA-30E7-EA269715A3AF}" dt="2025-01-26T11:10:00.048" v="394" actId="1076"/>
        <pc:sldMkLst>
          <pc:docMk/>
          <pc:sldMk cId="3947401979" sldId="2147483551"/>
        </pc:sldMkLst>
      </pc:sldChg>
      <pc:sldChg chg="addSp delSp modSp">
        <pc:chgData name="Matthieu BRIEND" userId="S::mbriend@lemonway.com::f43b7032-540d-4661-9645-e17125bf3d76" providerId="AD" clId="Web-{8C3DAA53-8698-68DA-30E7-EA269715A3AF}" dt="2025-01-26T11:37:37.839" v="898" actId="1076"/>
        <pc:sldMkLst>
          <pc:docMk/>
          <pc:sldMk cId="237779500" sldId="2147483552"/>
        </pc:sldMkLst>
      </pc:sldChg>
      <pc:sldChg chg="del">
        <pc:chgData name="Matthieu BRIEND" userId="S::mbriend@lemonway.com::f43b7032-540d-4661-9645-e17125bf3d76" providerId="AD" clId="Web-{8C3DAA53-8698-68DA-30E7-EA269715A3AF}" dt="2025-01-26T11:41:22.378" v="936"/>
        <pc:sldMkLst>
          <pc:docMk/>
          <pc:sldMk cId="3834754012" sldId="2147483553"/>
        </pc:sldMkLst>
      </pc:sldChg>
      <pc:sldChg chg="modSp">
        <pc:chgData name="Matthieu BRIEND" userId="S::mbriend@lemonway.com::f43b7032-540d-4661-9645-e17125bf3d76" providerId="AD" clId="Web-{8C3DAA53-8698-68DA-30E7-EA269715A3AF}" dt="2025-01-26T12:06:23.175" v="1130" actId="1076"/>
        <pc:sldMkLst>
          <pc:docMk/>
          <pc:sldMk cId="2159616718" sldId="2147483554"/>
        </pc:sldMkLst>
      </pc:sldChg>
      <pc:sldChg chg="addSp delSp modSp add replId">
        <pc:chgData name="Matthieu BRIEND" userId="S::mbriend@lemonway.com::f43b7032-540d-4661-9645-e17125bf3d76" providerId="AD" clId="Web-{8C3DAA53-8698-68DA-30E7-EA269715A3AF}" dt="2025-01-26T12:00:43.693" v="1107" actId="20577"/>
        <pc:sldMkLst>
          <pc:docMk/>
          <pc:sldMk cId="2971429069" sldId="2147483555"/>
        </pc:sldMkLst>
      </pc:sldChg>
      <pc:sldChg chg="addSp delSp modSp add del replId">
        <pc:chgData name="Matthieu BRIEND" userId="S::mbriend@lemonway.com::f43b7032-540d-4661-9645-e17125bf3d76" providerId="AD" clId="Web-{8C3DAA53-8698-68DA-30E7-EA269715A3AF}" dt="2025-01-26T12:12:26.309" v="1161"/>
        <pc:sldMkLst>
          <pc:docMk/>
          <pc:sldMk cId="1968811102" sldId="2147483556"/>
        </pc:sldMkLst>
      </pc:sldChg>
    </pc:docChg>
  </pc:docChgLst>
  <pc:docChgLst>
    <pc:chgData name="Matthieu BRIEND" userId="S::mbriend@lemonway.com::f43b7032-540d-4661-9645-e17125bf3d76" providerId="AD" clId="Web-{EEF5B358-098F-D7F4-DDA6-18B13C2BB593}"/>
    <pc:docChg chg="modSld">
      <pc:chgData name="Matthieu BRIEND" userId="S::mbriend@lemonway.com::f43b7032-540d-4661-9645-e17125bf3d76" providerId="AD" clId="Web-{EEF5B358-098F-D7F4-DDA6-18B13C2BB593}" dt="2025-01-22T17:41:08.148" v="142" actId="20577"/>
      <pc:docMkLst>
        <pc:docMk/>
      </pc:docMkLst>
      <pc:sldChg chg="modSp">
        <pc:chgData name="Matthieu BRIEND" userId="S::mbriend@lemonway.com::f43b7032-540d-4661-9645-e17125bf3d76" providerId="AD" clId="Web-{EEF5B358-098F-D7F4-DDA6-18B13C2BB593}" dt="2025-01-22T17:41:08.148" v="142" actId="20577"/>
        <pc:sldMkLst>
          <pc:docMk/>
          <pc:sldMk cId="3613313698" sldId="2147483536"/>
        </pc:sldMkLst>
      </pc:sldChg>
      <pc:sldChg chg="modSp">
        <pc:chgData name="Matthieu BRIEND" userId="S::mbriend@lemonway.com::f43b7032-540d-4661-9645-e17125bf3d76" providerId="AD" clId="Web-{EEF5B358-098F-D7F4-DDA6-18B13C2BB593}" dt="2025-01-22T17:36:57.857" v="89" actId="20577"/>
        <pc:sldMkLst>
          <pc:docMk/>
          <pc:sldMk cId="3330874013" sldId="2147483537"/>
        </pc:sldMkLst>
      </pc:sldChg>
      <pc:sldChg chg="addSp modSp">
        <pc:chgData name="Matthieu BRIEND" userId="S::mbriend@lemonway.com::f43b7032-540d-4661-9645-e17125bf3d76" providerId="AD" clId="Web-{EEF5B358-098F-D7F4-DDA6-18B13C2BB593}" dt="2025-01-22T17:35:37.464" v="84" actId="1076"/>
        <pc:sldMkLst>
          <pc:docMk/>
          <pc:sldMk cId="2996027476" sldId="2147483538"/>
        </pc:sldMkLst>
      </pc:sldChg>
    </pc:docChg>
  </pc:docChgLst>
  <pc:docChgLst>
    <pc:chgData name="Alexane BAUDRON" userId="c4e72a19-1b71-4ae0-b940-702fdd1a721d" providerId="ADAL" clId="{54672513-EF81-538D-8DB8-D2977576DD6E}"/>
    <pc:docChg chg="undo custSel addSld delSld modSld sldOrd">
      <pc:chgData name="Alexane BAUDRON" userId="c4e72a19-1b71-4ae0-b940-702fdd1a721d" providerId="ADAL" clId="{54672513-EF81-538D-8DB8-D2977576DD6E}" dt="2025-10-09T13:54:39.272" v="653" actId="14100"/>
      <pc:docMkLst>
        <pc:docMk/>
      </pc:docMkLst>
      <pc:sldChg chg="del">
        <pc:chgData name="Alexane BAUDRON" userId="c4e72a19-1b71-4ae0-b940-702fdd1a721d" providerId="ADAL" clId="{54672513-EF81-538D-8DB8-D2977576DD6E}" dt="2025-09-22T13:45:39.238" v="47" actId="2696"/>
        <pc:sldMkLst>
          <pc:docMk/>
          <pc:sldMk cId="911857640" sldId="258"/>
        </pc:sldMkLst>
      </pc:sldChg>
      <pc:sldChg chg="addSp delSp modSp add mod">
        <pc:chgData name="Alexane BAUDRON" userId="c4e72a19-1b71-4ae0-b940-702fdd1a721d" providerId="ADAL" clId="{54672513-EF81-538D-8DB8-D2977576DD6E}" dt="2025-09-22T13:54:05.768" v="270" actId="14100"/>
        <pc:sldMkLst>
          <pc:docMk/>
          <pc:sldMk cId="3283375009" sldId="291"/>
        </pc:sldMkLst>
        <pc:spChg chg="mod">
          <ac:chgData name="Alexane BAUDRON" userId="c4e72a19-1b71-4ae0-b940-702fdd1a721d" providerId="ADAL" clId="{54672513-EF81-538D-8DB8-D2977576DD6E}" dt="2025-09-22T13:51:59.558" v="239" actId="1076"/>
          <ac:spMkLst>
            <pc:docMk/>
            <pc:sldMk cId="3283375009" sldId="291"/>
            <ac:spMk id="7" creationId="{7EB11FC0-AAB9-6252-5ADD-8ACDF8192898}"/>
          </ac:spMkLst>
        </pc:spChg>
        <pc:spChg chg="add mod">
          <ac:chgData name="Alexane BAUDRON" userId="c4e72a19-1b71-4ae0-b940-702fdd1a721d" providerId="ADAL" clId="{54672513-EF81-538D-8DB8-D2977576DD6E}" dt="2025-09-22T13:53:57.986" v="269" actId="20577"/>
          <ac:spMkLst>
            <pc:docMk/>
            <pc:sldMk cId="3283375009" sldId="291"/>
            <ac:spMk id="12" creationId="{C73EE212-4F07-5789-E3B0-1FE3E05E4512}"/>
          </ac:spMkLst>
        </pc:spChg>
        <pc:picChg chg="add del">
          <ac:chgData name="Alexane BAUDRON" userId="c4e72a19-1b71-4ae0-b940-702fdd1a721d" providerId="ADAL" clId="{54672513-EF81-538D-8DB8-D2977576DD6E}" dt="2025-09-22T13:48:49.276" v="110" actId="478"/>
          <ac:picMkLst>
            <pc:docMk/>
            <pc:sldMk cId="3283375009" sldId="291"/>
            <ac:picMk id="4" creationId="{282C991D-3AC0-5581-67EA-A67BCBF82EAF}"/>
          </ac:picMkLst>
        </pc:picChg>
        <pc:picChg chg="add mod">
          <ac:chgData name="Alexane BAUDRON" userId="c4e72a19-1b71-4ae0-b940-702fdd1a721d" providerId="ADAL" clId="{54672513-EF81-538D-8DB8-D2977576DD6E}" dt="2025-09-22T13:54:05.768" v="270" actId="14100"/>
          <ac:picMkLst>
            <pc:docMk/>
            <pc:sldMk cId="3283375009" sldId="291"/>
            <ac:picMk id="10" creationId="{8E8876D6-E625-6C70-04A7-52FDB6AC19E9}"/>
          </ac:picMkLst>
        </pc:picChg>
      </pc:sldChg>
      <pc:sldChg chg="modSp mod">
        <pc:chgData name="Alexane BAUDRON" userId="c4e72a19-1b71-4ae0-b940-702fdd1a721d" providerId="ADAL" clId="{54672513-EF81-538D-8DB8-D2977576DD6E}" dt="2025-10-06T17:17:17.623" v="392" actId="20577"/>
        <pc:sldMkLst>
          <pc:docMk/>
          <pc:sldMk cId="2982750" sldId="297"/>
        </pc:sldMkLst>
        <pc:spChg chg="mod">
          <ac:chgData name="Alexane BAUDRON" userId="c4e72a19-1b71-4ae0-b940-702fdd1a721d" providerId="ADAL" clId="{54672513-EF81-538D-8DB8-D2977576DD6E}" dt="2025-10-06T17:17:17.623" v="392" actId="20577"/>
          <ac:spMkLst>
            <pc:docMk/>
            <pc:sldMk cId="2982750" sldId="297"/>
            <ac:spMk id="947" creationId="{379BFDAC-5EC9-B79C-DF9E-5B2828C44921}"/>
          </ac:spMkLst>
        </pc:spChg>
      </pc:sldChg>
      <pc:sldChg chg="modSp mod">
        <pc:chgData name="Alexane BAUDRON" userId="c4e72a19-1b71-4ae0-b940-702fdd1a721d" providerId="ADAL" clId="{54672513-EF81-538D-8DB8-D2977576DD6E}" dt="2025-10-06T17:17:20.902" v="397" actId="20577"/>
        <pc:sldMkLst>
          <pc:docMk/>
          <pc:sldMk cId="2963462230" sldId="298"/>
        </pc:sldMkLst>
        <pc:spChg chg="mod">
          <ac:chgData name="Alexane BAUDRON" userId="c4e72a19-1b71-4ae0-b940-702fdd1a721d" providerId="ADAL" clId="{54672513-EF81-538D-8DB8-D2977576DD6E}" dt="2025-10-06T17:17:20.902" v="397" actId="20577"/>
          <ac:spMkLst>
            <pc:docMk/>
            <pc:sldMk cId="2963462230" sldId="298"/>
            <ac:spMk id="947" creationId="{87650113-E6BC-6241-D611-E5112709AFF1}"/>
          </ac:spMkLst>
        </pc:spChg>
        <pc:picChg chg="mod">
          <ac:chgData name="Alexane BAUDRON" userId="c4e72a19-1b71-4ae0-b940-702fdd1a721d" providerId="ADAL" clId="{54672513-EF81-538D-8DB8-D2977576DD6E}" dt="2025-10-06T17:16:30.181" v="373" actId="2085"/>
          <ac:picMkLst>
            <pc:docMk/>
            <pc:sldMk cId="2963462230" sldId="298"/>
            <ac:picMk id="15" creationId="{98CF0248-6C2E-D2FB-75BF-90F62B6E73FF}"/>
          </ac:picMkLst>
        </pc:picChg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2746747394" sldId="316"/>
        </pc:sldMkLst>
      </pc:sldChg>
      <pc:sldChg chg="add del">
        <pc:chgData name="Alexane BAUDRON" userId="c4e72a19-1b71-4ae0-b940-702fdd1a721d" providerId="ADAL" clId="{54672513-EF81-538D-8DB8-D2977576DD6E}" dt="2025-09-22T13:53:44.923" v="262"/>
        <pc:sldMkLst>
          <pc:docMk/>
          <pc:sldMk cId="21465584" sldId="418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2181769850" sldId="520"/>
        </pc:sldMkLst>
      </pc:sldChg>
      <pc:sldChg chg="add mod ord modShow">
        <pc:chgData name="Alexane BAUDRON" userId="c4e72a19-1b71-4ae0-b940-702fdd1a721d" providerId="ADAL" clId="{54672513-EF81-538D-8DB8-D2977576DD6E}" dt="2025-10-06T17:12:52.795" v="333" actId="20578"/>
        <pc:sldMkLst>
          <pc:docMk/>
          <pc:sldMk cId="764572663" sldId="522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4187614834" sldId="539"/>
        </pc:sldMkLst>
      </pc:sldChg>
      <pc:sldChg chg="ord">
        <pc:chgData name="Alexane BAUDRON" userId="c4e72a19-1b71-4ae0-b940-702fdd1a721d" providerId="ADAL" clId="{54672513-EF81-538D-8DB8-D2977576DD6E}" dt="2025-10-06T17:11:33.510" v="328" actId="20578"/>
        <pc:sldMkLst>
          <pc:docMk/>
          <pc:sldMk cId="1426418202" sldId="543"/>
        </pc:sldMkLst>
      </pc:sldChg>
      <pc:sldChg chg="del">
        <pc:chgData name="Alexane BAUDRON" userId="c4e72a19-1b71-4ae0-b940-702fdd1a721d" providerId="ADAL" clId="{54672513-EF81-538D-8DB8-D2977576DD6E}" dt="2025-10-06T17:11:51.797" v="330" actId="2696"/>
        <pc:sldMkLst>
          <pc:docMk/>
          <pc:sldMk cId="3810240017" sldId="549"/>
        </pc:sldMkLst>
      </pc:sldChg>
      <pc:sldChg chg="add mod ord modShow">
        <pc:chgData name="Alexane BAUDRON" userId="c4e72a19-1b71-4ae0-b940-702fdd1a721d" providerId="ADAL" clId="{54672513-EF81-538D-8DB8-D2977576DD6E}" dt="2025-10-06T17:12:52.795" v="333" actId="20578"/>
        <pc:sldMkLst>
          <pc:docMk/>
          <pc:sldMk cId="3231351850" sldId="1142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844591955" sldId="1144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2087931311" sldId="1173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4164618501" sldId="1182"/>
        </pc:sldMkLst>
      </pc:sldChg>
      <pc:sldChg chg="add mod ord modShow">
        <pc:chgData name="Alexane BAUDRON" userId="c4e72a19-1b71-4ae0-b940-702fdd1a721d" providerId="ADAL" clId="{54672513-EF81-538D-8DB8-D2977576DD6E}" dt="2025-10-06T17:13:31.765" v="345" actId="20578"/>
        <pc:sldMkLst>
          <pc:docMk/>
          <pc:sldMk cId="2408992755" sldId="1199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792056710" sldId="1219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2537905461" sldId="1221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4121949059" sldId="1259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3873558187" sldId="1293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1198665088" sldId="2147483456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835133475" sldId="2147483457"/>
        </pc:sldMkLst>
      </pc:sldChg>
      <pc:sldChg chg="del">
        <pc:chgData name="Alexane BAUDRON" userId="c4e72a19-1b71-4ae0-b940-702fdd1a721d" providerId="ADAL" clId="{54672513-EF81-538D-8DB8-D2977576DD6E}" dt="2025-10-06T17:11:51.793" v="329" actId="2696"/>
        <pc:sldMkLst>
          <pc:docMk/>
          <pc:sldMk cId="3047155839" sldId="2147483462"/>
        </pc:sldMkLst>
      </pc:sldChg>
      <pc:sldChg chg="addSp delSp modSp del mod">
        <pc:chgData name="Alexane BAUDRON" userId="c4e72a19-1b71-4ae0-b940-702fdd1a721d" providerId="ADAL" clId="{54672513-EF81-538D-8DB8-D2977576DD6E}" dt="2025-09-22T13:52:08.449" v="240" actId="2696"/>
        <pc:sldMkLst>
          <pc:docMk/>
          <pc:sldMk cId="520368926" sldId="2147483482"/>
        </pc:sldMkLst>
      </pc:sldChg>
      <pc:sldChg chg="addSp delSp modSp mod">
        <pc:chgData name="Alexane BAUDRON" userId="c4e72a19-1b71-4ae0-b940-702fdd1a721d" providerId="ADAL" clId="{54672513-EF81-538D-8DB8-D2977576DD6E}" dt="2025-10-07T12:49:00.969" v="481" actId="478"/>
        <pc:sldMkLst>
          <pc:docMk/>
          <pc:sldMk cId="1292861028" sldId="2147483484"/>
        </pc:sldMkLst>
        <pc:spChg chg="mod">
          <ac:chgData name="Alexane BAUDRON" userId="c4e72a19-1b71-4ae0-b940-702fdd1a721d" providerId="ADAL" clId="{54672513-EF81-538D-8DB8-D2977576DD6E}" dt="2025-10-07T12:48:56.171" v="479" actId="1076"/>
          <ac:spMkLst>
            <pc:docMk/>
            <pc:sldMk cId="1292861028" sldId="2147483484"/>
            <ac:spMk id="5" creationId="{50EDCCA9-196A-82DE-7A9C-7F5C10C0F4C5}"/>
          </ac:spMkLst>
        </pc:spChg>
        <pc:spChg chg="mod">
          <ac:chgData name="Alexane BAUDRON" userId="c4e72a19-1b71-4ae0-b940-702fdd1a721d" providerId="ADAL" clId="{54672513-EF81-538D-8DB8-D2977576DD6E}" dt="2025-09-22T13:48:11.783" v="105" actId="12789"/>
          <ac:spMkLst>
            <pc:docMk/>
            <pc:sldMk cId="1292861028" sldId="2147483484"/>
            <ac:spMk id="6" creationId="{DBC3B67B-BAE2-2C31-EADB-85011FBBBFB1}"/>
          </ac:spMkLst>
        </pc:spChg>
      </pc:sldChg>
      <pc:sldChg chg="del">
        <pc:chgData name="Alexane BAUDRON" userId="c4e72a19-1b71-4ae0-b940-702fdd1a721d" providerId="ADAL" clId="{54672513-EF81-538D-8DB8-D2977576DD6E}" dt="2025-09-22T13:45:39.240" v="48" actId="2696"/>
        <pc:sldMkLst>
          <pc:docMk/>
          <pc:sldMk cId="581994450" sldId="2147483485"/>
        </pc:sldMkLst>
      </pc:sldChg>
      <pc:sldChg chg="del">
        <pc:chgData name="Alexane BAUDRON" userId="c4e72a19-1b71-4ae0-b940-702fdd1a721d" providerId="ADAL" clId="{54672513-EF81-538D-8DB8-D2977576DD6E}" dt="2025-09-22T13:45:36.538" v="42" actId="2696"/>
        <pc:sldMkLst>
          <pc:docMk/>
          <pc:sldMk cId="3904141368" sldId="2147483486"/>
        </pc:sldMkLst>
      </pc:sldChg>
      <pc:sldChg chg="del">
        <pc:chgData name="Alexane BAUDRON" userId="c4e72a19-1b71-4ae0-b940-702fdd1a721d" providerId="ADAL" clId="{54672513-EF81-538D-8DB8-D2977576DD6E}" dt="2025-09-22T13:45:36.535" v="41" actId="2696"/>
        <pc:sldMkLst>
          <pc:docMk/>
          <pc:sldMk cId="1096040518" sldId="2147483487"/>
        </pc:sldMkLst>
      </pc:sldChg>
      <pc:sldChg chg="del">
        <pc:chgData name="Alexane BAUDRON" userId="c4e72a19-1b71-4ae0-b940-702fdd1a721d" providerId="ADAL" clId="{54672513-EF81-538D-8DB8-D2977576DD6E}" dt="2025-09-22T13:45:36.540" v="43" actId="2696"/>
        <pc:sldMkLst>
          <pc:docMk/>
          <pc:sldMk cId="787195809" sldId="2147483488"/>
        </pc:sldMkLst>
      </pc:sldChg>
      <pc:sldChg chg="del">
        <pc:chgData name="Alexane BAUDRON" userId="c4e72a19-1b71-4ae0-b940-702fdd1a721d" providerId="ADAL" clId="{54672513-EF81-538D-8DB8-D2977576DD6E}" dt="2025-09-22T13:45:36.541" v="44" actId="2696"/>
        <pc:sldMkLst>
          <pc:docMk/>
          <pc:sldMk cId="2391188043" sldId="2147483490"/>
        </pc:sldMkLst>
      </pc:sldChg>
      <pc:sldChg chg="delSp modSp mod modNotesTx">
        <pc:chgData name="Alexane BAUDRON" userId="c4e72a19-1b71-4ae0-b940-702fdd1a721d" providerId="ADAL" clId="{54672513-EF81-538D-8DB8-D2977576DD6E}" dt="2025-09-22T13:52:19.896" v="259" actId="20577"/>
        <pc:sldMkLst>
          <pc:docMk/>
          <pc:sldMk cId="1523087140" sldId="2147483491"/>
        </pc:sldMkLst>
        <pc:spChg chg="mod">
          <ac:chgData name="Alexane BAUDRON" userId="c4e72a19-1b71-4ae0-b940-702fdd1a721d" providerId="ADAL" clId="{54672513-EF81-538D-8DB8-D2977576DD6E}" dt="2025-09-22T13:45:33.227" v="40" actId="20577"/>
          <ac:spMkLst>
            <pc:docMk/>
            <pc:sldMk cId="1523087140" sldId="2147483491"/>
            <ac:spMk id="7" creationId="{89B2539D-C8F1-C1A8-CF4F-F54AF67C44A6}"/>
          </ac:spMkLst>
        </pc:spChg>
      </pc:sldChg>
      <pc:sldChg chg="del">
        <pc:chgData name="Alexane BAUDRON" userId="c4e72a19-1b71-4ae0-b940-702fdd1a721d" providerId="ADAL" clId="{54672513-EF81-538D-8DB8-D2977576DD6E}" dt="2025-09-22T13:49:47.823" v="223" actId="2696"/>
        <pc:sldMkLst>
          <pc:docMk/>
          <pc:sldMk cId="470428834" sldId="2147483492"/>
        </pc:sldMkLst>
      </pc:sldChg>
      <pc:sldChg chg="modSp mod ord">
        <pc:chgData name="Alexane BAUDRON" userId="c4e72a19-1b71-4ae0-b940-702fdd1a721d" providerId="ADAL" clId="{54672513-EF81-538D-8DB8-D2977576DD6E}" dt="2025-10-06T17:13:25.173" v="343" actId="20578"/>
        <pc:sldMkLst>
          <pc:docMk/>
          <pc:sldMk cId="2056008740" sldId="2147483519"/>
        </pc:sldMkLst>
        <pc:spChg chg="mod">
          <ac:chgData name="Alexane BAUDRON" userId="c4e72a19-1b71-4ae0-b940-702fdd1a721d" providerId="ADAL" clId="{54672513-EF81-538D-8DB8-D2977576DD6E}" dt="2025-09-22T13:46:07.128" v="49" actId="207"/>
          <ac:spMkLst>
            <pc:docMk/>
            <pc:sldMk cId="2056008740" sldId="2147483519"/>
            <ac:spMk id="23" creationId="{44C509E1-C126-7578-0B68-538B8423E561}"/>
          </ac:spMkLst>
        </pc:spChg>
      </pc:sldChg>
      <pc:sldChg chg="del">
        <pc:chgData name="Alexane BAUDRON" userId="c4e72a19-1b71-4ae0-b940-702fdd1a721d" providerId="ADAL" clId="{54672513-EF81-538D-8DB8-D2977576DD6E}" dt="2025-09-22T13:45:39.235" v="46" actId="2696"/>
        <pc:sldMkLst>
          <pc:docMk/>
          <pc:sldMk cId="696696546" sldId="2147483521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2474122460" sldId="2147483523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4213513957" sldId="2147483533"/>
        </pc:sldMkLst>
      </pc:sldChg>
      <pc:sldChg chg="add mod ord modShow">
        <pc:chgData name="Alexane BAUDRON" userId="c4e72a19-1b71-4ae0-b940-702fdd1a721d" providerId="ADAL" clId="{54672513-EF81-538D-8DB8-D2977576DD6E}" dt="2025-10-06T17:12:52.795" v="333" actId="20578"/>
        <pc:sldMkLst>
          <pc:docMk/>
          <pc:sldMk cId="78178850" sldId="2147483534"/>
        </pc:sldMkLst>
      </pc:sldChg>
      <pc:sldChg chg="add mod modShow">
        <pc:chgData name="Alexane BAUDRON" userId="c4e72a19-1b71-4ae0-b940-702fdd1a721d" providerId="ADAL" clId="{54672513-EF81-538D-8DB8-D2977576DD6E}" dt="2025-10-06T17:11:25.098" v="327" actId="729"/>
        <pc:sldMkLst>
          <pc:docMk/>
          <pc:sldMk cId="718901374" sldId="2147483535"/>
        </pc:sldMkLst>
      </pc:sldChg>
      <pc:sldChg chg="modSp add mod ord modShow">
        <pc:chgData name="Alexane BAUDRON" userId="c4e72a19-1b71-4ae0-b940-702fdd1a721d" providerId="ADAL" clId="{54672513-EF81-538D-8DB8-D2977576DD6E}" dt="2025-10-09T13:46:17.659" v="499" actId="20577"/>
        <pc:sldMkLst>
          <pc:docMk/>
          <pc:sldMk cId="2692766629" sldId="2147483536"/>
        </pc:sldMkLst>
        <pc:spChg chg="mod">
          <ac:chgData name="Alexane BAUDRON" userId="c4e72a19-1b71-4ae0-b940-702fdd1a721d" providerId="ADAL" clId="{54672513-EF81-538D-8DB8-D2977576DD6E}" dt="2025-10-09T13:46:17.659" v="499" actId="20577"/>
          <ac:spMkLst>
            <pc:docMk/>
            <pc:sldMk cId="2692766629" sldId="2147483536"/>
            <ac:spMk id="7" creationId="{3E63291F-2F0F-97E0-AB38-1D5FDF098746}"/>
          </ac:spMkLst>
        </pc:spChg>
      </pc:sldChg>
      <pc:sldChg chg="modSp add mod">
        <pc:chgData name="Alexane BAUDRON" userId="c4e72a19-1b71-4ae0-b940-702fdd1a721d" providerId="ADAL" clId="{54672513-EF81-538D-8DB8-D2977576DD6E}" dt="2025-10-06T17:18:07.222" v="405" actId="20577"/>
        <pc:sldMkLst>
          <pc:docMk/>
          <pc:sldMk cId="74220620" sldId="2147483537"/>
        </pc:sldMkLst>
        <pc:spChg chg="mod">
          <ac:chgData name="Alexane BAUDRON" userId="c4e72a19-1b71-4ae0-b940-702fdd1a721d" providerId="ADAL" clId="{54672513-EF81-538D-8DB8-D2977576DD6E}" dt="2025-10-06T17:18:07.222" v="405" actId="20577"/>
          <ac:spMkLst>
            <pc:docMk/>
            <pc:sldMk cId="74220620" sldId="2147483537"/>
            <ac:spMk id="7" creationId="{68AF08AC-0365-12C3-5A24-384C842EBBB3}"/>
          </ac:spMkLst>
        </pc:spChg>
      </pc:sldChg>
      <pc:sldChg chg="modSp add mod">
        <pc:chgData name="Alexane BAUDRON" userId="c4e72a19-1b71-4ae0-b940-702fdd1a721d" providerId="ADAL" clId="{54672513-EF81-538D-8DB8-D2977576DD6E}" dt="2025-10-06T17:18:50.528" v="424"/>
        <pc:sldMkLst>
          <pc:docMk/>
          <pc:sldMk cId="496280234" sldId="2147483538"/>
        </pc:sldMkLst>
        <pc:spChg chg="mod">
          <ac:chgData name="Alexane BAUDRON" userId="c4e72a19-1b71-4ae0-b940-702fdd1a721d" providerId="ADAL" clId="{54672513-EF81-538D-8DB8-D2977576DD6E}" dt="2025-10-06T17:18:50.528" v="424"/>
          <ac:spMkLst>
            <pc:docMk/>
            <pc:sldMk cId="496280234" sldId="2147483538"/>
            <ac:spMk id="7" creationId="{F6C0D847-4EF2-D9B8-5B2F-DB8025EA1B88}"/>
          </ac:spMkLst>
        </pc:spChg>
      </pc:sldChg>
      <pc:sldChg chg="modSp add mod">
        <pc:chgData name="Alexane BAUDRON" userId="c4e72a19-1b71-4ae0-b940-702fdd1a721d" providerId="ADAL" clId="{54672513-EF81-538D-8DB8-D2977576DD6E}" dt="2025-10-06T17:18:41.898" v="423"/>
        <pc:sldMkLst>
          <pc:docMk/>
          <pc:sldMk cId="1237417677" sldId="2147483539"/>
        </pc:sldMkLst>
        <pc:spChg chg="mod">
          <ac:chgData name="Alexane BAUDRON" userId="c4e72a19-1b71-4ae0-b940-702fdd1a721d" providerId="ADAL" clId="{54672513-EF81-538D-8DB8-D2977576DD6E}" dt="2025-10-06T17:18:41.898" v="423"/>
          <ac:spMkLst>
            <pc:docMk/>
            <pc:sldMk cId="1237417677" sldId="2147483539"/>
            <ac:spMk id="7" creationId="{34EDF3CE-578C-8AAB-56E6-5EBCA89FDCE1}"/>
          </ac:spMkLst>
        </pc:spChg>
      </pc:sldChg>
      <pc:sldChg chg="modSp add mod">
        <pc:chgData name="Alexane BAUDRON" userId="c4e72a19-1b71-4ae0-b940-702fdd1a721d" providerId="ADAL" clId="{54672513-EF81-538D-8DB8-D2977576DD6E}" dt="2025-10-09T13:46:53.624" v="529" actId="20577"/>
        <pc:sldMkLst>
          <pc:docMk/>
          <pc:sldMk cId="2524571719" sldId="2147483540"/>
        </pc:sldMkLst>
        <pc:spChg chg="mod">
          <ac:chgData name="Alexane BAUDRON" userId="c4e72a19-1b71-4ae0-b940-702fdd1a721d" providerId="ADAL" clId="{54672513-EF81-538D-8DB8-D2977576DD6E}" dt="2025-10-09T13:46:53.624" v="529" actId="20577"/>
          <ac:spMkLst>
            <pc:docMk/>
            <pc:sldMk cId="2524571719" sldId="2147483540"/>
            <ac:spMk id="7" creationId="{8FD6B4EE-34F8-844B-38FF-4AE006452A64}"/>
          </ac:spMkLst>
        </pc:spChg>
      </pc:sldChg>
      <pc:sldChg chg="modSp add mod ord">
        <pc:chgData name="Alexane BAUDRON" userId="c4e72a19-1b71-4ae0-b940-702fdd1a721d" providerId="ADAL" clId="{54672513-EF81-538D-8DB8-D2977576DD6E}" dt="2025-10-09T13:54:39.272" v="653" actId="14100"/>
        <pc:sldMkLst>
          <pc:docMk/>
          <pc:sldMk cId="1344243957" sldId="2147483541"/>
        </pc:sldMkLst>
        <pc:spChg chg="mod">
          <ac:chgData name="Alexane BAUDRON" userId="c4e72a19-1b71-4ae0-b940-702fdd1a721d" providerId="ADAL" clId="{54672513-EF81-538D-8DB8-D2977576DD6E}" dt="2025-10-07T05:55:08.551" v="472" actId="14100"/>
          <ac:spMkLst>
            <pc:docMk/>
            <pc:sldMk cId="1344243957" sldId="2147483541"/>
            <ac:spMk id="4" creationId="{F32C1B64-B9B9-7055-18A5-80AB0E00AB68}"/>
          </ac:spMkLst>
        </pc:spChg>
        <pc:spChg chg="mod">
          <ac:chgData name="Alexane BAUDRON" userId="c4e72a19-1b71-4ae0-b940-702fdd1a721d" providerId="ADAL" clId="{54672513-EF81-538D-8DB8-D2977576DD6E}" dt="2025-10-07T05:55:28.897" v="476" actId="1076"/>
          <ac:spMkLst>
            <pc:docMk/>
            <pc:sldMk cId="1344243957" sldId="2147483541"/>
            <ac:spMk id="5" creationId="{4B29C087-BB2E-1499-6ACE-B739BD4AFD7F}"/>
          </ac:spMkLst>
        </pc:spChg>
        <pc:spChg chg="mod">
          <ac:chgData name="Alexane BAUDRON" userId="c4e72a19-1b71-4ae0-b940-702fdd1a721d" providerId="ADAL" clId="{54672513-EF81-538D-8DB8-D2977576DD6E}" dt="2025-10-09T13:54:39.272" v="653" actId="14100"/>
          <ac:spMkLst>
            <pc:docMk/>
            <pc:sldMk cId="1344243957" sldId="2147483541"/>
            <ac:spMk id="6" creationId="{DCBCBDC3-B598-9B0B-4299-0B6FBA248AF8}"/>
          </ac:spMkLst>
        </pc:spChg>
        <pc:picChg chg="mod modCrop">
          <ac:chgData name="Alexane BAUDRON" userId="c4e72a19-1b71-4ae0-b940-702fdd1a721d" providerId="ADAL" clId="{54672513-EF81-538D-8DB8-D2977576DD6E}" dt="2025-10-07T05:55:33.814" v="477" actId="1076"/>
          <ac:picMkLst>
            <pc:docMk/>
            <pc:sldMk cId="1344243957" sldId="2147483541"/>
            <ac:picMk id="7" creationId="{DCAD31E7-8B19-ACC9-DD73-93EE53830A8D}"/>
          </ac:picMkLst>
        </pc:picChg>
      </pc:sldChg>
      <pc:sldChg chg="del">
        <pc:chgData name="Alexane BAUDRON" userId="c4e72a19-1b71-4ae0-b940-702fdd1a721d" providerId="ADAL" clId="{54672513-EF81-538D-8DB8-D2977576DD6E}" dt="2025-09-22T13:45:36.543" v="45" actId="2696"/>
        <pc:sldMkLst>
          <pc:docMk/>
          <pc:sldMk cId="3993681143" sldId="2147483568"/>
        </pc:sldMkLst>
      </pc:sldChg>
      <pc:sldChg chg="del">
        <pc:chgData name="Alexane BAUDRON" userId="c4e72a19-1b71-4ae0-b940-702fdd1a721d" providerId="ADAL" clId="{54672513-EF81-538D-8DB8-D2977576DD6E}" dt="2025-09-22T13:45:18.294" v="0" actId="2696"/>
        <pc:sldMkLst>
          <pc:docMk/>
          <pc:sldMk cId="4053336332" sldId="2147483578"/>
        </pc:sldMkLst>
      </pc:sldChg>
    </pc:docChg>
  </pc:docChgLst>
  <pc:docChgLst>
    <pc:chgData name="Martin-Pierre GAULTIER" userId="S::mpgaultier@lemonway.com::0415e4a0-177e-4c12-b0e5-1f7bc3cae49f" providerId="AD" clId="Web-{25F07FC2-B9C7-CFAD-4729-CEF50097650F}"/>
    <pc:docChg chg="addSld delSld modSld sldOrd">
      <pc:chgData name="Martin-Pierre GAULTIER" userId="S::mpgaultier@lemonway.com::0415e4a0-177e-4c12-b0e5-1f7bc3cae49f" providerId="AD" clId="Web-{25F07FC2-B9C7-CFAD-4729-CEF50097650F}" dt="2025-01-27T19:30:46.877" v="510"/>
      <pc:docMkLst>
        <pc:docMk/>
      </pc:docMkLst>
      <pc:sldChg chg="ord">
        <pc:chgData name="Martin-Pierre GAULTIER" userId="S::mpgaultier@lemonway.com::0415e4a0-177e-4c12-b0e5-1f7bc3cae49f" providerId="AD" clId="Web-{25F07FC2-B9C7-CFAD-4729-CEF50097650F}" dt="2025-01-27T15:46:19.494" v="26"/>
        <pc:sldMkLst>
          <pc:docMk/>
          <pc:sldMk cId="2391188043" sldId="2147483490"/>
        </pc:sldMkLst>
      </pc:sldChg>
      <pc:sldChg chg="modSp">
        <pc:chgData name="Martin-Pierre GAULTIER" userId="S::mpgaultier@lemonway.com::0415e4a0-177e-4c12-b0e5-1f7bc3cae49f" providerId="AD" clId="Web-{25F07FC2-B9C7-CFAD-4729-CEF50097650F}" dt="2025-01-27T19:30:46.877" v="510"/>
        <pc:sldMkLst>
          <pc:docMk/>
          <pc:sldMk cId="2312050107" sldId="2147483522"/>
        </pc:sldMkLst>
      </pc:sldChg>
      <pc:sldChg chg="modSp">
        <pc:chgData name="Martin-Pierre GAULTIER" userId="S::mpgaultier@lemonway.com::0415e4a0-177e-4c12-b0e5-1f7bc3cae49f" providerId="AD" clId="Web-{25F07FC2-B9C7-CFAD-4729-CEF50097650F}" dt="2025-01-27T19:21:28.846" v="444" actId="20577"/>
        <pc:sldMkLst>
          <pc:docMk/>
          <pc:sldMk cId="2246678326" sldId="2147483526"/>
        </pc:sldMkLst>
      </pc:sldChg>
      <pc:sldChg chg="modSp">
        <pc:chgData name="Martin-Pierre GAULTIER" userId="S::mpgaultier@lemonway.com::0415e4a0-177e-4c12-b0e5-1f7bc3cae49f" providerId="AD" clId="Web-{25F07FC2-B9C7-CFAD-4729-CEF50097650F}" dt="2025-01-27T19:17:09.308" v="288" actId="20577"/>
        <pc:sldMkLst>
          <pc:docMk/>
          <pc:sldMk cId="4251313692" sldId="2147483528"/>
        </pc:sldMkLst>
      </pc:sldChg>
      <pc:sldChg chg="addSp modSp">
        <pc:chgData name="Martin-Pierre GAULTIER" userId="S::mpgaultier@lemonway.com::0415e4a0-177e-4c12-b0e5-1f7bc3cae49f" providerId="AD" clId="Web-{25F07FC2-B9C7-CFAD-4729-CEF50097650F}" dt="2025-01-27T19:29:07.515" v="476" actId="20577"/>
        <pc:sldMkLst>
          <pc:docMk/>
          <pc:sldMk cId="1584612849" sldId="2147483531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0"/>
        <pc:sldMkLst>
          <pc:docMk/>
          <pc:sldMk cId="3452786207" sldId="2147483544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5"/>
        <pc:sldMkLst>
          <pc:docMk/>
          <pc:sldMk cId="1851883643" sldId="2147483572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4"/>
        <pc:sldMkLst>
          <pc:docMk/>
          <pc:sldMk cId="3904257479" sldId="2147483573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3"/>
        <pc:sldMkLst>
          <pc:docMk/>
          <pc:sldMk cId="1584404665" sldId="2147483574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2"/>
        <pc:sldMkLst>
          <pc:docMk/>
          <pc:sldMk cId="3593561478" sldId="2147483575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94" v="21"/>
        <pc:sldMkLst>
          <pc:docMk/>
          <pc:sldMk cId="3395933212" sldId="2147483576"/>
        </pc:sldMkLst>
      </pc:sldChg>
      <pc:sldChg chg="ord">
        <pc:chgData name="Martin-Pierre GAULTIER" userId="S::mpgaultier@lemonway.com::0415e4a0-177e-4c12-b0e5-1f7bc3cae49f" providerId="AD" clId="Web-{25F07FC2-B9C7-CFAD-4729-CEF50097650F}" dt="2025-01-27T15:46:19.478" v="19"/>
        <pc:sldMkLst>
          <pc:docMk/>
          <pc:sldMk cId="4045004320" sldId="2147483577"/>
        </pc:sldMkLst>
      </pc:sldChg>
      <pc:sldChg chg="addSp delSp modSp ord">
        <pc:chgData name="Martin-Pierre GAULTIER" userId="S::mpgaultier@lemonway.com::0415e4a0-177e-4c12-b0e5-1f7bc3cae49f" providerId="AD" clId="Web-{25F07FC2-B9C7-CFAD-4729-CEF50097650F}" dt="2025-01-27T19:29:49.798" v="505" actId="20577"/>
        <pc:sldMkLst>
          <pc:docMk/>
          <pc:sldMk cId="1703776386" sldId="2147483579"/>
        </pc:sldMkLst>
      </pc:sldChg>
      <pc:sldChg chg="add del replId">
        <pc:chgData name="Martin-Pierre GAULTIER" userId="S::mpgaultier@lemonway.com::0415e4a0-177e-4c12-b0e5-1f7bc3cae49f" providerId="AD" clId="Web-{25F07FC2-B9C7-CFAD-4729-CEF50097650F}" dt="2025-01-27T19:20:32.454" v="410"/>
        <pc:sldMkLst>
          <pc:docMk/>
          <pc:sldMk cId="4246493447" sldId="2147483581"/>
        </pc:sldMkLst>
      </pc:sldChg>
    </pc:docChg>
  </pc:docChgLst>
  <pc:docChgLst>
    <pc:chgData name="Ambre SONOR" userId="S::asonor@lemonway.com::020792ae-fc4a-47d7-9e18-119d3ce04a29" providerId="AD" clId="Web-{6C9DDDB3-7D92-1BC6-4C9F-632BF1CD77DA}"/>
    <pc:docChg chg="addSld delSld modSld">
      <pc:chgData name="Ambre SONOR" userId="S::asonor@lemonway.com::020792ae-fc4a-47d7-9e18-119d3ce04a29" providerId="AD" clId="Web-{6C9DDDB3-7D92-1BC6-4C9F-632BF1CD77DA}" dt="2025-01-27T21:09:20.552" v="140" actId="20577"/>
      <pc:docMkLst>
        <pc:docMk/>
      </pc:docMkLst>
      <pc:sldChg chg="addSp delSp modSp">
        <pc:chgData name="Ambre SONOR" userId="S::asonor@lemonway.com::020792ae-fc4a-47d7-9e18-119d3ce04a29" providerId="AD" clId="Web-{6C9DDDB3-7D92-1BC6-4C9F-632BF1CD77DA}" dt="2025-01-27T20:32:14.504" v="34" actId="1076"/>
        <pc:sldMkLst>
          <pc:docMk/>
          <pc:sldMk cId="1404434608" sldId="2147483563"/>
        </pc:sldMkLst>
      </pc:sldChg>
      <pc:sldChg chg="modSp">
        <pc:chgData name="Ambre SONOR" userId="S::asonor@lemonway.com::020792ae-fc4a-47d7-9e18-119d3ce04a29" providerId="AD" clId="Web-{6C9DDDB3-7D92-1BC6-4C9F-632BF1CD77DA}" dt="2025-01-27T21:09:20.552" v="140" actId="20577"/>
        <pc:sldMkLst>
          <pc:docMk/>
          <pc:sldMk cId="256682989" sldId="2147483566"/>
        </pc:sldMkLst>
      </pc:sldChg>
      <pc:sldChg chg="add del replId">
        <pc:chgData name="Ambre SONOR" userId="S::asonor@lemonway.com::020792ae-fc4a-47d7-9e18-119d3ce04a29" providerId="AD" clId="Web-{6C9DDDB3-7D92-1BC6-4C9F-632BF1CD77DA}" dt="2025-01-27T20:31:10.893" v="27"/>
        <pc:sldMkLst>
          <pc:docMk/>
          <pc:sldMk cId="2637422908" sldId="2147483581"/>
        </pc:sldMkLst>
      </pc:sldChg>
    </pc:docChg>
  </pc:docChgLst>
  <pc:docChgLst>
    <pc:chgData name="Ambre SONOR" userId="S::asonor@lemonway.com::020792ae-fc4a-47d7-9e18-119d3ce04a29" providerId="AD" clId="Web-{0439425D-BD67-172D-A5EA-E1218579A8CF}"/>
    <pc:docChg chg="modSld">
      <pc:chgData name="Ambre SONOR" userId="S::asonor@lemonway.com::020792ae-fc4a-47d7-9e18-119d3ce04a29" providerId="AD" clId="Web-{0439425D-BD67-172D-A5EA-E1218579A8CF}" dt="2025-01-23T14:00:36.062" v="9" actId="1076"/>
      <pc:docMkLst>
        <pc:docMk/>
      </pc:docMkLst>
      <pc:sldChg chg="modSp">
        <pc:chgData name="Ambre SONOR" userId="S::asonor@lemonway.com::020792ae-fc4a-47d7-9e18-119d3ce04a29" providerId="AD" clId="Web-{0439425D-BD67-172D-A5EA-E1218579A8CF}" dt="2025-01-23T14:00:36.062" v="9" actId="1076"/>
        <pc:sldMkLst>
          <pc:docMk/>
          <pc:sldMk cId="520368926" sldId="2147483482"/>
        </pc:sldMkLst>
      </pc:sldChg>
    </pc:docChg>
  </pc:docChgLst>
  <pc:docChgLst>
    <pc:chgData name="Martin-Pierre GAULTIER" userId="S::mpgaultier@lemonway.com::0415e4a0-177e-4c12-b0e5-1f7bc3cae49f" providerId="AD" clId="Web-{52BC3E1A-D6D2-44C8-CFE8-C19A6AC6F661}"/>
    <pc:docChg chg="modSld">
      <pc:chgData name="Martin-Pierre GAULTIER" userId="S::mpgaultier@lemonway.com::0415e4a0-177e-4c12-b0e5-1f7bc3cae49f" providerId="AD" clId="Web-{52BC3E1A-D6D2-44C8-CFE8-C19A6AC6F661}" dt="2025-05-19T13:39:57.360" v="20" actId="20577"/>
      <pc:docMkLst>
        <pc:docMk/>
      </pc:docMkLst>
      <pc:sldChg chg="modSp">
        <pc:chgData name="Martin-Pierre GAULTIER" userId="S::mpgaultier@lemonway.com::0415e4a0-177e-4c12-b0e5-1f7bc3cae49f" providerId="AD" clId="Web-{52BC3E1A-D6D2-44C8-CFE8-C19A6AC6F661}" dt="2025-05-19T13:29:07.557" v="15" actId="14100"/>
        <pc:sldMkLst>
          <pc:docMk/>
          <pc:sldMk cId="2246678326" sldId="2147483526"/>
        </pc:sldMkLst>
      </pc:sldChg>
      <pc:sldChg chg="addSp modSp">
        <pc:chgData name="Martin-Pierre GAULTIER" userId="S::mpgaultier@lemonway.com::0415e4a0-177e-4c12-b0e5-1f7bc3cae49f" providerId="AD" clId="Web-{52BC3E1A-D6D2-44C8-CFE8-C19A6AC6F661}" dt="2025-05-19T13:26:37.412" v="7" actId="1076"/>
        <pc:sldMkLst>
          <pc:docMk/>
          <pc:sldMk cId="1326845705" sldId="2147483529"/>
        </pc:sldMkLst>
      </pc:sldChg>
      <pc:sldChg chg="addSp modSp">
        <pc:chgData name="Martin-Pierre GAULTIER" userId="S::mpgaultier@lemonway.com::0415e4a0-177e-4c12-b0e5-1f7bc3cae49f" providerId="AD" clId="Web-{52BC3E1A-D6D2-44C8-CFE8-C19A6AC6F661}" dt="2025-05-19T13:39:04.623" v="19" actId="1076"/>
        <pc:sldMkLst>
          <pc:docMk/>
          <pc:sldMk cId="3395933212" sldId="2147483576"/>
        </pc:sldMkLst>
      </pc:sldChg>
      <pc:sldChg chg="modSp">
        <pc:chgData name="Martin-Pierre GAULTIER" userId="S::mpgaultier@lemonway.com::0415e4a0-177e-4c12-b0e5-1f7bc3cae49f" providerId="AD" clId="Web-{52BC3E1A-D6D2-44C8-CFE8-C19A6AC6F661}" dt="2025-05-19T13:39:57.360" v="20" actId="20577"/>
        <pc:sldMkLst>
          <pc:docMk/>
          <pc:sldMk cId="4045004320" sldId="2147483577"/>
        </pc:sldMkLst>
      </pc:sldChg>
      <pc:sldChg chg="modSp">
        <pc:chgData name="Martin-Pierre GAULTIER" userId="S::mpgaultier@lemonway.com::0415e4a0-177e-4c12-b0e5-1f7bc3cae49f" providerId="AD" clId="Web-{52BC3E1A-D6D2-44C8-CFE8-C19A6AC6F661}" dt="2025-05-19T13:15:25.999" v="1" actId="14100"/>
        <pc:sldMkLst>
          <pc:docMk/>
          <pc:sldMk cId="1703776386" sldId="2147483579"/>
        </pc:sldMkLst>
      </pc:sldChg>
    </pc:docChg>
  </pc:docChgLst>
  <pc:docChgLst>
    <pc:chgData name="Ambre SONOR" userId="S::asonor@lemonway.com::020792ae-fc4a-47d7-9e18-119d3ce04a29" providerId="AD" clId="Web-{AA3DA544-34D6-704C-CAD6-C2EDA0EC905C}"/>
    <pc:docChg chg="modSld">
      <pc:chgData name="Ambre SONOR" userId="S::asonor@lemonway.com::020792ae-fc4a-47d7-9e18-119d3ce04a29" providerId="AD" clId="Web-{AA3DA544-34D6-704C-CAD6-C2EDA0EC905C}" dt="2025-01-23T16:20:06.349" v="9"/>
      <pc:docMkLst>
        <pc:docMk/>
      </pc:docMkLst>
      <pc:sldChg chg="addSp delSp modSp">
        <pc:chgData name="Ambre SONOR" userId="S::asonor@lemonway.com::020792ae-fc4a-47d7-9e18-119d3ce04a29" providerId="AD" clId="Web-{AA3DA544-34D6-704C-CAD6-C2EDA0EC905C}" dt="2025-01-23T16:20:06.349" v="9"/>
        <pc:sldMkLst>
          <pc:docMk/>
          <pc:sldMk cId="0" sldId="283"/>
        </pc:sldMkLst>
      </pc:sldChg>
      <pc:sldChg chg="addSp delSp modSp">
        <pc:chgData name="Ambre SONOR" userId="S::asonor@lemonway.com::020792ae-fc4a-47d7-9e18-119d3ce04a29" providerId="AD" clId="Web-{AA3DA544-34D6-704C-CAD6-C2EDA0EC905C}" dt="2025-01-23T14:20:02.180" v="1"/>
        <pc:sldMkLst>
          <pc:docMk/>
          <pc:sldMk cId="3810240017" sldId="549"/>
        </pc:sldMkLst>
      </pc:sldChg>
    </pc:docChg>
  </pc:docChgLst>
  <pc:docChgLst>
    <pc:chgData name="Matthieu BRIEND" userId="S::mbriend@lemonway.com::f43b7032-540d-4661-9645-e17125bf3d76" providerId="AD" clId="Web-{0DF03FCD-1247-6EC1-E17A-2CBB71DAF5EB}"/>
    <pc:docChg chg="modSld">
      <pc:chgData name="Matthieu BRIEND" userId="S::mbriend@lemonway.com::f43b7032-540d-4661-9645-e17125bf3d76" providerId="AD" clId="Web-{0DF03FCD-1247-6EC1-E17A-2CBB71DAF5EB}" dt="2025-01-27T10:18:12.042" v="202" actId="20577"/>
      <pc:docMkLst>
        <pc:docMk/>
      </pc:docMkLst>
      <pc:sldChg chg="modSp">
        <pc:chgData name="Matthieu BRIEND" userId="S::mbriend@lemonway.com::f43b7032-540d-4661-9645-e17125bf3d76" providerId="AD" clId="Web-{0DF03FCD-1247-6EC1-E17A-2CBB71DAF5EB}" dt="2025-01-27T10:18:12.042" v="202" actId="20577"/>
        <pc:sldMkLst>
          <pc:docMk/>
          <pc:sldMk cId="3947401979" sldId="2147483551"/>
        </pc:sldMkLst>
      </pc:sldChg>
      <pc:sldChg chg="modSp">
        <pc:chgData name="Matthieu BRIEND" userId="S::mbriend@lemonway.com::f43b7032-540d-4661-9645-e17125bf3d76" providerId="AD" clId="Web-{0DF03FCD-1247-6EC1-E17A-2CBB71DAF5EB}" dt="2025-01-27T10:09:45.415" v="144" actId="20577"/>
        <pc:sldMkLst>
          <pc:docMk/>
          <pc:sldMk cId="237779500" sldId="2147483552"/>
        </pc:sldMkLst>
      </pc:sldChg>
      <pc:sldChg chg="modSp">
        <pc:chgData name="Matthieu BRIEND" userId="S::mbriend@lemonway.com::f43b7032-540d-4661-9645-e17125bf3d76" providerId="AD" clId="Web-{0DF03FCD-1247-6EC1-E17A-2CBB71DAF5EB}" dt="2025-01-27T10:04:21.590" v="0" actId="20577"/>
        <pc:sldMkLst>
          <pc:docMk/>
          <pc:sldMk cId="2159616718" sldId="2147483554"/>
        </pc:sldMkLst>
      </pc:sldChg>
      <pc:sldChg chg="modSp">
        <pc:chgData name="Matthieu BRIEND" userId="S::mbriend@lemonway.com::f43b7032-540d-4661-9645-e17125bf3d76" providerId="AD" clId="Web-{0DF03FCD-1247-6EC1-E17A-2CBB71DAF5EB}" dt="2025-01-27T10:16:23.866" v="186" actId="20577"/>
        <pc:sldMkLst>
          <pc:docMk/>
          <pc:sldMk cId="2971429069" sldId="2147483555"/>
        </pc:sldMkLst>
      </pc:sldChg>
    </pc:docChg>
  </pc:docChgLst>
  <pc:docChgLst>
    <pc:chgData name="Evgenia ALLARD" userId="9bb97281-2b39-487c-8a77-b016b3e829ec" providerId="ADAL" clId="{28D5A143-6BD1-4FF3-B40C-0461113B5D4F}"/>
    <pc:docChg chg="sldOrd">
      <pc:chgData name="Evgenia ALLARD" userId="9bb97281-2b39-487c-8a77-b016b3e829ec" providerId="ADAL" clId="{28D5A143-6BD1-4FF3-B40C-0461113B5D4F}" dt="2025-03-31T14:12:10.012" v="0" actId="20578"/>
      <pc:docMkLst>
        <pc:docMk/>
      </pc:docMkLst>
      <pc:sldChg chg="ord">
        <pc:chgData name="Evgenia ALLARD" userId="9bb97281-2b39-487c-8a77-b016b3e829ec" providerId="ADAL" clId="{28D5A143-6BD1-4FF3-B40C-0461113B5D4F}" dt="2025-03-31T14:12:10.012" v="0" actId="20578"/>
        <pc:sldMkLst>
          <pc:docMk/>
          <pc:sldMk cId="4251313692" sldId="2147483528"/>
        </pc:sldMkLst>
      </pc:sldChg>
    </pc:docChg>
  </pc:docChgLst>
  <pc:docChgLst>
    <pc:chgData name="Stéphan DOMAGALA" userId="1cc0081d-4eba-47b8-a881-e2990e5a4104" providerId="ADAL" clId="{0B12B3CC-D8E7-4D55-8BE7-84A045DD8A00}"/>
    <pc:docChg chg="undo custSel addSld delSld modSld">
      <pc:chgData name="Stéphan DOMAGALA" userId="1cc0081d-4eba-47b8-a881-e2990e5a4104" providerId="ADAL" clId="{0B12B3CC-D8E7-4D55-8BE7-84A045DD8A00}" dt="2025-01-27T16:34:14.880" v="603" actId="20577"/>
      <pc:docMkLst>
        <pc:docMk/>
      </pc:docMkLst>
      <pc:sldChg chg="addSp delSp modSp add del mod">
        <pc:chgData name="Stéphan DOMAGALA" userId="1cc0081d-4eba-47b8-a881-e2990e5a4104" providerId="ADAL" clId="{0B12B3CC-D8E7-4D55-8BE7-84A045DD8A00}" dt="2025-01-27T08:51:20.999" v="371" actId="20577"/>
        <pc:sldMkLst>
          <pc:docMk/>
          <pc:sldMk cId="3452786207" sldId="2147483544"/>
        </pc:sldMkLst>
      </pc:sldChg>
      <pc:sldChg chg="del">
        <pc:chgData name="Stéphan DOMAGALA" userId="1cc0081d-4eba-47b8-a881-e2990e5a4104" providerId="ADAL" clId="{0B12B3CC-D8E7-4D55-8BE7-84A045DD8A00}" dt="2025-01-27T08:35:24.506" v="0" actId="47"/>
        <pc:sldMkLst>
          <pc:docMk/>
          <pc:sldMk cId="1636887273" sldId="2147483572"/>
        </pc:sldMkLst>
      </pc:sldChg>
      <pc:sldChg chg="modSp add del mod">
        <pc:chgData name="Stéphan DOMAGALA" userId="1cc0081d-4eba-47b8-a881-e2990e5a4104" providerId="ADAL" clId="{0B12B3CC-D8E7-4D55-8BE7-84A045DD8A00}" dt="2025-01-27T16:34:14.880" v="603" actId="20577"/>
        <pc:sldMkLst>
          <pc:docMk/>
          <pc:sldMk cId="1851883643" sldId="2147483572"/>
        </pc:sldMkLst>
      </pc:sldChg>
      <pc:sldChg chg="add del">
        <pc:chgData name="Stéphan DOMAGALA" userId="1cc0081d-4eba-47b8-a881-e2990e5a4104" providerId="ADAL" clId="{0B12B3CC-D8E7-4D55-8BE7-84A045DD8A00}" dt="2025-01-27T08:35:43.434" v="3"/>
        <pc:sldMkLst>
          <pc:docMk/>
          <pc:sldMk cId="3904257479" sldId="2147483573"/>
        </pc:sldMkLst>
      </pc:sldChg>
      <pc:sldChg chg="add del">
        <pc:chgData name="Stéphan DOMAGALA" userId="1cc0081d-4eba-47b8-a881-e2990e5a4104" providerId="ADAL" clId="{0B12B3CC-D8E7-4D55-8BE7-84A045DD8A00}" dt="2025-01-27T08:35:43.434" v="3"/>
        <pc:sldMkLst>
          <pc:docMk/>
          <pc:sldMk cId="1584404665" sldId="2147483574"/>
        </pc:sldMkLst>
      </pc:sldChg>
      <pc:sldChg chg="del">
        <pc:chgData name="Stéphan DOMAGALA" userId="1cc0081d-4eba-47b8-a881-e2990e5a4104" providerId="ADAL" clId="{0B12B3CC-D8E7-4D55-8BE7-84A045DD8A00}" dt="2025-01-27T08:35:24.506" v="0" actId="47"/>
        <pc:sldMkLst>
          <pc:docMk/>
          <pc:sldMk cId="3375371089" sldId="2147483574"/>
        </pc:sldMkLst>
      </pc:sldChg>
      <pc:sldChg chg="modSp add del mod">
        <pc:chgData name="Stéphan DOMAGALA" userId="1cc0081d-4eba-47b8-a881-e2990e5a4104" providerId="ADAL" clId="{0B12B3CC-D8E7-4D55-8BE7-84A045DD8A00}" dt="2025-01-27T14:45:08.033" v="580" actId="20577"/>
        <pc:sldMkLst>
          <pc:docMk/>
          <pc:sldMk cId="3593561478" sldId="2147483575"/>
        </pc:sldMkLst>
      </pc:sldChg>
      <pc:sldChg chg="addSp modSp add del mod">
        <pc:chgData name="Stéphan DOMAGALA" userId="1cc0081d-4eba-47b8-a881-e2990e5a4104" providerId="ADAL" clId="{0B12B3CC-D8E7-4D55-8BE7-84A045DD8A00}" dt="2025-01-27T14:47:33.623" v="595" actId="20577"/>
        <pc:sldMkLst>
          <pc:docMk/>
          <pc:sldMk cId="3395933212" sldId="2147483576"/>
        </pc:sldMkLst>
      </pc:sldChg>
      <pc:sldChg chg="addSp modSp add del mod">
        <pc:chgData name="Stéphan DOMAGALA" userId="1cc0081d-4eba-47b8-a881-e2990e5a4104" providerId="ADAL" clId="{0B12B3CC-D8E7-4D55-8BE7-84A045DD8A00}" dt="2025-01-27T08:52:54.066" v="498" actId="12"/>
        <pc:sldMkLst>
          <pc:docMk/>
          <pc:sldMk cId="4045004320" sldId="2147483577"/>
        </pc:sldMkLst>
      </pc:sldChg>
    </pc:docChg>
  </pc:docChgLst>
  <pc:docChgLst>
    <pc:chgData name="Martin-Pierre GAULTIER" userId="S::mpgaultier@lemonway.com::0415e4a0-177e-4c12-b0e5-1f7bc3cae49f" providerId="AD" clId="Web-{D1A6D2F5-8EFB-5496-D2B7-47C150E8D88B}"/>
    <pc:docChg chg="modSld">
      <pc:chgData name="Martin-Pierre GAULTIER" userId="S::mpgaultier@lemonway.com::0415e4a0-177e-4c12-b0e5-1f7bc3cae49f" providerId="AD" clId="Web-{D1A6D2F5-8EFB-5496-D2B7-47C150E8D88B}" dt="2025-01-24T10:46:39.187" v="2" actId="20577"/>
      <pc:docMkLst>
        <pc:docMk/>
      </pc:docMkLst>
      <pc:sldChg chg="modSp">
        <pc:chgData name="Martin-Pierre GAULTIER" userId="S::mpgaultier@lemonway.com::0415e4a0-177e-4c12-b0e5-1f7bc3cae49f" providerId="AD" clId="Web-{D1A6D2F5-8EFB-5496-D2B7-47C150E8D88B}" dt="2025-01-24T10:46:39.187" v="2" actId="20577"/>
        <pc:sldMkLst>
          <pc:docMk/>
          <pc:sldMk cId="1260531968" sldId="2147483524"/>
        </pc:sldMkLst>
      </pc:sldChg>
    </pc:docChg>
  </pc:docChgLst>
  <pc:docChgLst>
    <pc:chgData name="Martin-Pierre GAULTIER" userId="S::mpgaultier@lemonway.com::0415e4a0-177e-4c12-b0e5-1f7bc3cae49f" providerId="AD" clId="Web-{A81C5468-6079-3FC8-ECA1-04359424BAF0}"/>
    <pc:docChg chg="addSld modSld sldOrd">
      <pc:chgData name="Martin-Pierre GAULTIER" userId="S::mpgaultier@lemonway.com::0415e4a0-177e-4c12-b0e5-1f7bc3cae49f" providerId="AD" clId="Web-{A81C5468-6079-3FC8-ECA1-04359424BAF0}" dt="2025-01-20T11:27:53.943" v="179"/>
      <pc:docMkLst>
        <pc:docMk/>
      </pc:docMkLst>
      <pc:sldChg chg="addSp delSp modSp">
        <pc:chgData name="Martin-Pierre GAULTIER" userId="S::mpgaultier@lemonway.com::0415e4a0-177e-4c12-b0e5-1f7bc3cae49f" providerId="AD" clId="Web-{A81C5468-6079-3FC8-ECA1-04359424BAF0}" dt="2025-01-20T10:52:17.212" v="23" actId="1076"/>
        <pc:sldMkLst>
          <pc:docMk/>
          <pc:sldMk cId="1260531968" sldId="2147483524"/>
        </pc:sldMkLst>
      </pc:sldChg>
      <pc:sldChg chg="addSp delSp modSp">
        <pc:chgData name="Martin-Pierre GAULTIER" userId="S::mpgaultier@lemonway.com::0415e4a0-177e-4c12-b0e5-1f7bc3cae49f" providerId="AD" clId="Web-{A81C5468-6079-3FC8-ECA1-04359424BAF0}" dt="2025-01-20T11:06:40.989" v="84" actId="20577"/>
        <pc:sldMkLst>
          <pc:docMk/>
          <pc:sldMk cId="3207649941" sldId="2147483525"/>
        </pc:sldMkLst>
      </pc:sldChg>
      <pc:sldChg chg="addSp delSp modSp">
        <pc:chgData name="Martin-Pierre GAULTIER" userId="S::mpgaultier@lemonway.com::0415e4a0-177e-4c12-b0e5-1f7bc3cae49f" providerId="AD" clId="Web-{A81C5468-6079-3FC8-ECA1-04359424BAF0}" dt="2025-01-20T11:12:55.150" v="162" actId="20577"/>
        <pc:sldMkLst>
          <pc:docMk/>
          <pc:sldMk cId="2246678326" sldId="2147483526"/>
        </pc:sldMkLst>
      </pc:sldChg>
      <pc:sldChg chg="addSp modSp">
        <pc:chgData name="Martin-Pierre GAULTIER" userId="S::mpgaultier@lemonway.com::0415e4a0-177e-4c12-b0e5-1f7bc3cae49f" providerId="AD" clId="Web-{A81C5468-6079-3FC8-ECA1-04359424BAF0}" dt="2025-01-20T11:27:53.943" v="179"/>
        <pc:sldMkLst>
          <pc:docMk/>
          <pc:sldMk cId="4251313692" sldId="2147483528"/>
        </pc:sldMkLst>
      </pc:sldChg>
      <pc:sldChg chg="addSp modSp add ord replId">
        <pc:chgData name="Martin-Pierre GAULTIER" userId="S::mpgaultier@lemonway.com::0415e4a0-177e-4c12-b0e5-1f7bc3cae49f" providerId="AD" clId="Web-{A81C5468-6079-3FC8-ECA1-04359424BAF0}" dt="2025-01-20T11:20:07.780" v="178"/>
        <pc:sldMkLst>
          <pc:docMk/>
          <pc:sldMk cId="1326845705" sldId="2147483529"/>
        </pc:sldMkLst>
      </pc:sldChg>
    </pc:docChg>
  </pc:docChgLst>
  <pc:docChgLst>
    <pc:chgData name="Martin-Pierre GAULTIER" userId="S::mpgaultier@lemonway.com::0415e4a0-177e-4c12-b0e5-1f7bc3cae49f" providerId="AD" clId="Web-{861B3FCE-6523-B8CA-B9C5-5DD6C039EE29}"/>
    <pc:docChg chg="modSld">
      <pc:chgData name="Martin-Pierre GAULTIER" userId="S::mpgaultier@lemonway.com::0415e4a0-177e-4c12-b0e5-1f7bc3cae49f" providerId="AD" clId="Web-{861B3FCE-6523-B8CA-B9C5-5DD6C039EE29}" dt="2025-01-27T08:25:34.032" v="143" actId="20577"/>
      <pc:docMkLst>
        <pc:docMk/>
      </pc:docMkLst>
      <pc:sldChg chg="modSp">
        <pc:chgData name="Martin-Pierre GAULTIER" userId="S::mpgaultier@lemonway.com::0415e4a0-177e-4c12-b0e5-1f7bc3cae49f" providerId="AD" clId="Web-{861B3FCE-6523-B8CA-B9C5-5DD6C039EE29}" dt="2025-01-27T08:25:34.032" v="143" actId="20577"/>
        <pc:sldMkLst>
          <pc:docMk/>
          <pc:sldMk cId="1292861028" sldId="2147483484"/>
        </pc:sldMkLst>
      </pc:sldChg>
    </pc:docChg>
  </pc:docChgLst>
  <pc:docChgLst>
    <pc:chgData name="Stéphan DOMAGALA" userId="S::sdomagala@lemonway.com::1cc0081d-4eba-47b8-a881-e2990e5a4104" providerId="AD" clId="Web-{485B2B92-30F5-C909-FDB7-CC0E6F47BB02}"/>
    <pc:docChg chg="addSld">
      <pc:chgData name="Stéphan DOMAGALA" userId="S::sdomagala@lemonway.com::1cc0081d-4eba-47b8-a881-e2990e5a4104" providerId="AD" clId="Web-{485B2B92-30F5-C909-FDB7-CC0E6F47BB02}" dt="2025-01-27T07:49:23.727" v="2"/>
      <pc:docMkLst>
        <pc:docMk/>
      </pc:docMkLst>
      <pc:sldChg chg="add">
        <pc:chgData name="Stéphan DOMAGALA" userId="S::sdomagala@lemonway.com::1cc0081d-4eba-47b8-a881-e2990e5a4104" providerId="AD" clId="Web-{485B2B92-30F5-C909-FDB7-CC0E6F47BB02}" dt="2025-01-27T07:49:23.696" v="0"/>
        <pc:sldMkLst>
          <pc:docMk/>
          <pc:sldMk cId="1636887273" sldId="2147483572"/>
        </pc:sldMkLst>
      </pc:sldChg>
      <pc:sldChg chg="add">
        <pc:chgData name="Stéphan DOMAGALA" userId="S::sdomagala@lemonway.com::1cc0081d-4eba-47b8-a881-e2990e5a4104" providerId="AD" clId="Web-{485B2B92-30F5-C909-FDB7-CC0E6F47BB02}" dt="2025-01-27T07:49:23.712" v="1"/>
        <pc:sldMkLst>
          <pc:docMk/>
          <pc:sldMk cId="3904257479" sldId="2147483573"/>
        </pc:sldMkLst>
      </pc:sldChg>
      <pc:sldChg chg="add">
        <pc:chgData name="Stéphan DOMAGALA" userId="S::sdomagala@lemonway.com::1cc0081d-4eba-47b8-a881-e2990e5a4104" providerId="AD" clId="Web-{485B2B92-30F5-C909-FDB7-CC0E6F47BB02}" dt="2025-01-27T07:49:23.727" v="2"/>
        <pc:sldMkLst>
          <pc:docMk/>
          <pc:sldMk cId="3375371089" sldId="2147483574"/>
        </pc:sldMkLst>
      </pc:sldChg>
    </pc:docChg>
  </pc:docChgLst>
  <pc:docChgLst>
    <pc:chgData name="Pierre GAUVRY" userId="S::pgauvry@lemonway.com::83edf39d-5bbc-4918-af09-c2287799a21e" providerId="AD" clId="Web-{96091FD1-BE91-13D1-BB69-E973186F8B57}"/>
    <pc:docChg chg="modSld">
      <pc:chgData name="Pierre GAUVRY" userId="S::pgauvry@lemonway.com::83edf39d-5bbc-4918-af09-c2287799a21e" providerId="AD" clId="Web-{96091FD1-BE91-13D1-BB69-E973186F8B57}" dt="2025-01-27T07:37:39.898" v="5" actId="20577"/>
      <pc:docMkLst>
        <pc:docMk/>
      </pc:docMkLst>
      <pc:sldChg chg="modSp">
        <pc:chgData name="Pierre GAUVRY" userId="S::pgauvry@lemonway.com::83edf39d-5bbc-4918-af09-c2287799a21e" providerId="AD" clId="Web-{96091FD1-BE91-13D1-BB69-E973186F8B57}" dt="2025-01-27T07:37:39.898" v="5" actId="20577"/>
        <pc:sldMkLst>
          <pc:docMk/>
          <pc:sldMk cId="244232859" sldId="2147483541"/>
        </pc:sldMkLst>
      </pc:sldChg>
      <pc:sldChg chg="addSp delSp modSp">
        <pc:chgData name="Pierre GAUVRY" userId="S::pgauvry@lemonway.com::83edf39d-5bbc-4918-af09-c2287799a21e" providerId="AD" clId="Web-{96091FD1-BE91-13D1-BB69-E973186F8B57}" dt="2025-01-27T07:31:50.510" v="3" actId="20577"/>
        <pc:sldMkLst>
          <pc:docMk/>
          <pc:sldMk cId="12490850" sldId="2147483542"/>
        </pc:sldMkLst>
      </pc:sldChg>
    </pc:docChg>
  </pc:docChgLst>
  <pc:docChgLst>
    <pc:chgData name="Ludovic CIANNARELLA" userId="S::lciannarella@lemonway.com::f6c2df24-67a3-480d-9a94-03b4fbd1471c" providerId="AD" clId="Web-{391CC01A-20F3-FA34-CA1E-BF53FC6DD29B}"/>
    <pc:docChg chg="modSld">
      <pc:chgData name="Ludovic CIANNARELLA" userId="S::lciannarella@lemonway.com::f6c2df24-67a3-480d-9a94-03b4fbd1471c" providerId="AD" clId="Web-{391CC01A-20F3-FA34-CA1E-BF53FC6DD29B}" dt="2025-01-27T06:28:40.093" v="271" actId="20577"/>
      <pc:docMkLst>
        <pc:docMk/>
      </pc:docMkLst>
      <pc:sldChg chg="addSp modSp">
        <pc:chgData name="Ludovic CIANNARELLA" userId="S::lciannarella@lemonway.com::f6c2df24-67a3-480d-9a94-03b4fbd1471c" providerId="AD" clId="Web-{391CC01A-20F3-FA34-CA1E-BF53FC6DD29B}" dt="2025-01-27T06:28:40.093" v="271" actId="20577"/>
        <pc:sldMkLst>
          <pc:docMk/>
          <pc:sldMk cId="3141618727" sldId="2147483543"/>
        </pc:sldMkLst>
      </pc:sldChg>
    </pc:docChg>
  </pc:docChgLst>
  <pc:docChgLst>
    <pc:chgData name="Martin-Pierre GAULTIER" userId="S::mpgaultier@lemonway.com::0415e4a0-177e-4c12-b0e5-1f7bc3cae49f" providerId="AD" clId="Web-{9BE88384-19AE-F508-027C-2BB94268892E}"/>
    <pc:docChg chg="addSld delSld modSld">
      <pc:chgData name="Martin-Pierre GAULTIER" userId="S::mpgaultier@lemonway.com::0415e4a0-177e-4c12-b0e5-1f7bc3cae49f" providerId="AD" clId="Web-{9BE88384-19AE-F508-027C-2BB94268892E}" dt="2025-01-21T12:04:22.151" v="597" actId="20577"/>
      <pc:docMkLst>
        <pc:docMk/>
      </pc:docMkLst>
      <pc:sldChg chg="modSp add del">
        <pc:chgData name="Martin-Pierre GAULTIER" userId="S::mpgaultier@lemonway.com::0415e4a0-177e-4c12-b0e5-1f7bc3cae49f" providerId="AD" clId="Web-{9BE88384-19AE-F508-027C-2BB94268892E}" dt="2025-01-21T11:44:34.789" v="86" actId="20577"/>
        <pc:sldMkLst>
          <pc:docMk/>
          <pc:sldMk cId="3207649941" sldId="2147483525"/>
        </pc:sldMkLst>
      </pc:sldChg>
      <pc:sldChg chg="addSp modSp add del">
        <pc:chgData name="Martin-Pierre GAULTIER" userId="S::mpgaultier@lemonway.com::0415e4a0-177e-4c12-b0e5-1f7bc3cae49f" providerId="AD" clId="Web-{9BE88384-19AE-F508-027C-2BB94268892E}" dt="2025-01-21T11:46:04.228" v="90" actId="1076"/>
        <pc:sldMkLst>
          <pc:docMk/>
          <pc:sldMk cId="2246678326" sldId="2147483526"/>
        </pc:sldMkLst>
      </pc:sldChg>
      <pc:sldChg chg="del">
        <pc:chgData name="Martin-Pierre GAULTIER" userId="S::mpgaultier@lemonway.com::0415e4a0-177e-4c12-b0e5-1f7bc3cae49f" providerId="AD" clId="Web-{9BE88384-19AE-F508-027C-2BB94268892E}" dt="2025-01-21T11:23:53.640" v="5"/>
        <pc:sldMkLst>
          <pc:docMk/>
          <pc:sldMk cId="1040598806" sldId="2147483527"/>
        </pc:sldMkLst>
      </pc:sldChg>
      <pc:sldChg chg="add del">
        <pc:chgData name="Martin-Pierre GAULTIER" userId="S::mpgaultier@lemonway.com::0415e4a0-177e-4c12-b0e5-1f7bc3cae49f" providerId="AD" clId="Web-{9BE88384-19AE-F508-027C-2BB94268892E}" dt="2025-01-21T11:24:00.515" v="8"/>
        <pc:sldMkLst>
          <pc:docMk/>
          <pc:sldMk cId="4251313692" sldId="2147483528"/>
        </pc:sldMkLst>
      </pc:sldChg>
      <pc:sldChg chg="add del">
        <pc:chgData name="Martin-Pierre GAULTIER" userId="S::mpgaultier@lemonway.com::0415e4a0-177e-4c12-b0e5-1f7bc3cae49f" providerId="AD" clId="Web-{9BE88384-19AE-F508-027C-2BB94268892E}" dt="2025-01-21T11:24:00.530" v="9"/>
        <pc:sldMkLst>
          <pc:docMk/>
          <pc:sldMk cId="1326845705" sldId="2147483529"/>
        </pc:sldMkLst>
      </pc:sldChg>
      <pc:sldChg chg="addSp modSp add">
        <pc:chgData name="Martin-Pierre GAULTIER" userId="S::mpgaultier@lemonway.com::0415e4a0-177e-4c12-b0e5-1f7bc3cae49f" providerId="AD" clId="Web-{9BE88384-19AE-F508-027C-2BB94268892E}" dt="2025-01-21T12:04:22.151" v="597" actId="20577"/>
        <pc:sldMkLst>
          <pc:docMk/>
          <pc:sldMk cId="1824639407" sldId="2147483530"/>
        </pc:sldMkLst>
      </pc:sldChg>
      <pc:sldChg chg="modSp add replId">
        <pc:chgData name="Martin-Pierre GAULTIER" userId="S::mpgaultier@lemonway.com::0415e4a0-177e-4c12-b0e5-1f7bc3cae49f" providerId="AD" clId="Web-{9BE88384-19AE-F508-027C-2BB94268892E}" dt="2025-01-21T12:03:28.244" v="531" actId="20577"/>
        <pc:sldMkLst>
          <pc:docMk/>
          <pc:sldMk cId="1584612849" sldId="2147483531"/>
        </pc:sldMkLst>
      </pc:sldChg>
    </pc:docChg>
  </pc:docChgLst>
  <pc:docChgLst>
    <pc:chgData name="Romain MILECKI" userId="53d3c05e-b504-4371-8e77-d2aef7b9335c" providerId="ADAL" clId="{698B9AE8-7644-476B-9468-4E2B59B1B816}"/>
    <pc:docChg chg="undo custSel addSld delSld modSld sldOrd">
      <pc:chgData name="Romain MILECKI" userId="53d3c05e-b504-4371-8e77-d2aef7b9335c" providerId="ADAL" clId="{698B9AE8-7644-476B-9468-4E2B59B1B816}" dt="2025-02-05T17:03:31.443" v="6332" actId="207"/>
      <pc:docMkLst>
        <pc:docMk/>
      </pc:docMkLst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61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4185469777" sldId="262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66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80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83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84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0" sldId="285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2982750" sldId="297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2963462230" sldId="298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1160762198" sldId="392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259634276" sldId="401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455300412" sldId="432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1605751462" sldId="529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1426418202" sldId="543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735989107" sldId="544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899232807" sldId="546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810240017" sldId="549"/>
        </pc:sldMkLst>
      </pc:sldChg>
      <pc:sldChg chg="addSp delSp modSp add mod delAnim modAnim modShow modNotesTx">
        <pc:chgData name="Romain MILECKI" userId="53d3c05e-b504-4371-8e77-d2aef7b9335c" providerId="ADAL" clId="{698B9AE8-7644-476B-9468-4E2B59B1B816}" dt="2025-01-27T20:14:43.845" v="6331" actId="20577"/>
        <pc:sldMkLst>
          <pc:docMk/>
          <pc:sldMk cId="1836365198" sldId="2147483335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567969834" sldId="2147483355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282966770" sldId="2147483427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826494038" sldId="2147483447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927243092" sldId="2147483453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047155839" sldId="2147483462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1154325928" sldId="2147483478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2648409912" sldId="2147483514"/>
        </pc:sldMkLst>
      </pc:sldChg>
      <pc:sldChg chg="mod modShow">
        <pc:chgData name="Romain MILECKI" userId="53d3c05e-b504-4371-8e77-d2aef7b9335c" providerId="ADAL" clId="{698B9AE8-7644-476B-9468-4E2B59B1B816}" dt="2025-01-27T20:10:06.768" v="6245" actId="729"/>
        <pc:sldMkLst>
          <pc:docMk/>
          <pc:sldMk cId="3724949963" sldId="2147483515"/>
        </pc:sldMkLst>
      </pc:sldChg>
      <pc:sldChg chg="modSp mod modShow">
        <pc:chgData name="Romain MILECKI" userId="53d3c05e-b504-4371-8e77-d2aef7b9335c" providerId="ADAL" clId="{698B9AE8-7644-476B-9468-4E2B59B1B816}" dt="2025-02-05T17:03:31.443" v="6332" actId="207"/>
        <pc:sldMkLst>
          <pc:docMk/>
          <pc:sldMk cId="2056008740" sldId="2147483519"/>
        </pc:sldMkLst>
      </pc:sldChg>
      <pc:sldChg chg="addSp modSp add mod ord modAnim modShow">
        <pc:chgData name="Romain MILECKI" userId="53d3c05e-b504-4371-8e77-d2aef7b9335c" providerId="ADAL" clId="{698B9AE8-7644-476B-9468-4E2B59B1B816}" dt="2025-01-27T18:14:56.298" v="6133" actId="20577"/>
        <pc:sldMkLst>
          <pc:docMk/>
          <pc:sldMk cId="1425089493" sldId="2147483520"/>
        </pc:sldMkLst>
      </pc:sldChg>
      <pc:sldChg chg="addSp delSp modSp add mod ord">
        <pc:chgData name="Romain MILECKI" userId="53d3c05e-b504-4371-8e77-d2aef7b9335c" providerId="ADAL" clId="{698B9AE8-7644-476B-9468-4E2B59B1B816}" dt="2025-01-16T10:54:24.342" v="137" actId="478"/>
        <pc:sldMkLst>
          <pc:docMk/>
          <pc:sldMk cId="696696546" sldId="2147483521"/>
        </pc:sldMkLst>
      </pc:sldChg>
      <pc:sldChg chg="addSp delSp modSp add mod modAnim modShow">
        <pc:chgData name="Romain MILECKI" userId="53d3c05e-b504-4371-8e77-d2aef7b9335c" providerId="ADAL" clId="{698B9AE8-7644-476B-9468-4E2B59B1B816}" dt="2025-01-27T20:13:36.286" v="6293" actId="404"/>
        <pc:sldMkLst>
          <pc:docMk/>
          <pc:sldMk cId="2312050107" sldId="2147483522"/>
        </pc:sldMkLst>
      </pc:sldChg>
      <pc:sldChg chg="addSp delSp modSp add mod ord delAnim modAnim modShow modNotesTx">
        <pc:chgData name="Romain MILECKI" userId="53d3c05e-b504-4371-8e77-d2aef7b9335c" providerId="ADAL" clId="{698B9AE8-7644-476B-9468-4E2B59B1B816}" dt="2025-01-27T17:36:28.187" v="6112" actId="478"/>
        <pc:sldMkLst>
          <pc:docMk/>
          <pc:sldMk cId="2474122460" sldId="2147483523"/>
        </pc:sldMkLst>
      </pc:sldChg>
      <pc:sldChg chg="modSp mod">
        <pc:chgData name="Romain MILECKI" userId="53d3c05e-b504-4371-8e77-d2aef7b9335c" providerId="ADAL" clId="{698B9AE8-7644-476B-9468-4E2B59B1B816}" dt="2025-01-27T19:56:29.191" v="6209" actId="20577"/>
        <pc:sldMkLst>
          <pc:docMk/>
          <pc:sldMk cId="2246678326" sldId="2147483526"/>
        </pc:sldMkLst>
      </pc:sldChg>
      <pc:sldChg chg="addSp modSp add mod ord modAnim modShow">
        <pc:chgData name="Romain MILECKI" userId="53d3c05e-b504-4371-8e77-d2aef7b9335c" providerId="ADAL" clId="{698B9AE8-7644-476B-9468-4E2B59B1B816}" dt="2025-01-21T16:11:37.476" v="347" actId="729"/>
        <pc:sldMkLst>
          <pc:docMk/>
          <pc:sldMk cId="1176860781" sldId="2147483532"/>
        </pc:sldMkLst>
      </pc:sldChg>
      <pc:sldChg chg="addSp delSp modSp add mod ord modAnim modNotesTx">
        <pc:chgData name="Romain MILECKI" userId="53d3c05e-b504-4371-8e77-d2aef7b9335c" providerId="ADAL" clId="{698B9AE8-7644-476B-9468-4E2B59B1B816}" dt="2025-01-27T20:14:27.124" v="6311" actId="20577"/>
        <pc:sldMkLst>
          <pc:docMk/>
          <pc:sldMk cId="4213513957" sldId="2147483533"/>
        </pc:sldMkLst>
      </pc:sldChg>
      <pc:sldChg chg="modSp mod">
        <pc:chgData name="Romain MILECKI" userId="53d3c05e-b504-4371-8e77-d2aef7b9335c" providerId="ADAL" clId="{698B9AE8-7644-476B-9468-4E2B59B1B816}" dt="2025-01-26T18:36:41.628" v="3326" actId="20577"/>
        <pc:sldMkLst>
          <pc:docMk/>
          <pc:sldMk cId="4133866324" sldId="2147483540"/>
        </pc:sldMkLst>
      </pc:sldChg>
      <pc:sldChg chg="modSp mod">
        <pc:chgData name="Romain MILECKI" userId="53d3c05e-b504-4371-8e77-d2aef7b9335c" providerId="ADAL" clId="{698B9AE8-7644-476B-9468-4E2B59B1B816}" dt="2025-01-27T20:07:02.582" v="6242" actId="20577"/>
        <pc:sldMkLst>
          <pc:docMk/>
          <pc:sldMk cId="12490850" sldId="2147483542"/>
        </pc:sldMkLst>
      </pc:sldChg>
      <pc:sldChg chg="addSp delSp modSp new del mod">
        <pc:chgData name="Romain MILECKI" userId="53d3c05e-b504-4371-8e77-d2aef7b9335c" providerId="ADAL" clId="{698B9AE8-7644-476B-9468-4E2B59B1B816}" dt="2025-01-27T18:16:23.429" v="6173" actId="47"/>
        <pc:sldMkLst>
          <pc:docMk/>
          <pc:sldMk cId="3060045808" sldId="2147483569"/>
        </pc:sldMkLst>
      </pc:sldChg>
      <pc:sldChg chg="addSp delSp modSp add mod ord modAnim modNotesTx">
        <pc:chgData name="Romain MILECKI" userId="53d3c05e-b504-4371-8e77-d2aef7b9335c" providerId="ADAL" clId="{698B9AE8-7644-476B-9468-4E2B59B1B816}" dt="2025-01-26T19:54:18.169" v="5640"/>
        <pc:sldMkLst>
          <pc:docMk/>
          <pc:sldMk cId="534803942" sldId="2147483570"/>
        </pc:sldMkLst>
      </pc:sldChg>
      <pc:sldChg chg="addSp delSp modSp add del mod ord modShow">
        <pc:chgData name="Romain MILECKI" userId="53d3c05e-b504-4371-8e77-d2aef7b9335c" providerId="ADAL" clId="{698B9AE8-7644-476B-9468-4E2B59B1B816}" dt="2025-01-27T09:51:06.359" v="5677" actId="47"/>
        <pc:sldMkLst>
          <pc:docMk/>
          <pc:sldMk cId="1035214269" sldId="2147483571"/>
        </pc:sldMkLst>
      </pc:sldChg>
      <pc:sldChg chg="modSp mod">
        <pc:chgData name="Romain MILECKI" userId="53d3c05e-b504-4371-8e77-d2aef7b9335c" providerId="ADAL" clId="{698B9AE8-7644-476B-9468-4E2B59B1B816}" dt="2025-01-27T20:03:34.946" v="6229" actId="20577"/>
        <pc:sldMkLst>
          <pc:docMk/>
          <pc:sldMk cId="992121836" sldId="2147483580"/>
        </pc:sldMkLst>
      </pc:sldChg>
    </pc:docChg>
  </pc:docChgLst>
  <pc:docChgLst>
    <pc:chgData name="Romain MILECKI" userId="53d3c05e-b504-4371-8e77-d2aef7b9335c" providerId="ADAL" clId="{D55A2D77-A857-4928-B221-958258A0E265}"/>
    <pc:docChg chg="undo custSel modSld">
      <pc:chgData name="Romain MILECKI" userId="53d3c05e-b504-4371-8e77-d2aef7b9335c" providerId="ADAL" clId="{D55A2D77-A857-4928-B221-958258A0E265}" dt="2025-02-17T16:58:44.542" v="78" actId="12788"/>
      <pc:docMkLst>
        <pc:docMk/>
      </pc:docMkLst>
      <pc:sldChg chg="addSp delSp modSp mod">
        <pc:chgData name="Romain MILECKI" userId="53d3c05e-b504-4371-8e77-d2aef7b9335c" providerId="ADAL" clId="{D55A2D77-A857-4928-B221-958258A0E265}" dt="2025-02-17T16:58:44.542" v="78" actId="12788"/>
        <pc:sldMkLst>
          <pc:docMk/>
          <pc:sldMk cId="4133866324" sldId="2147483540"/>
        </pc:sldMkLst>
      </pc:sldChg>
    </pc:docChg>
  </pc:docChgLst>
  <pc:docChgLst>
    <pc:chgData name="Ambre SONOR" userId="S::asonor@lemonway.com::020792ae-fc4a-47d7-9e18-119d3ce04a29" providerId="AD" clId="Web-{087ADC44-AF41-25CC-C4D3-3F18F367B117}"/>
    <pc:docChg chg="modSld">
      <pc:chgData name="Ambre SONOR" userId="S::asonor@lemonway.com::020792ae-fc4a-47d7-9e18-119d3ce04a29" providerId="AD" clId="Web-{087ADC44-AF41-25CC-C4D3-3F18F367B117}" dt="2025-02-10T16:13:37.363" v="0"/>
      <pc:docMkLst>
        <pc:docMk/>
      </pc:docMkLst>
      <pc:sldChg chg="mod modShow">
        <pc:chgData name="Ambre SONOR" userId="S::asonor@lemonway.com::020792ae-fc4a-47d7-9e18-119d3ce04a29" providerId="AD" clId="Web-{087ADC44-AF41-25CC-C4D3-3F18F367B117}" dt="2025-02-10T16:13:37.363" v="0"/>
        <pc:sldMkLst>
          <pc:docMk/>
          <pc:sldMk cId="3810240017" sldId="549"/>
        </pc:sldMkLst>
      </pc:sldChg>
    </pc:docChg>
  </pc:docChgLst>
  <pc:docChgLst>
    <pc:chgData name="Pierre GAUVRY" userId="S::pgauvry@lemonway.com::83edf39d-5bbc-4918-af09-c2287799a21e" providerId="AD" clId="Web-{043BB0B3-314B-63D4-7B3F-13D2E81873A1}"/>
    <pc:docChg chg="modSld">
      <pc:chgData name="Pierre GAUVRY" userId="S::pgauvry@lemonway.com::83edf39d-5bbc-4918-af09-c2287799a21e" providerId="AD" clId="Web-{043BB0B3-314B-63D4-7B3F-13D2E81873A1}" dt="2025-01-27T21:35:59.470" v="76" actId="20577"/>
      <pc:docMkLst>
        <pc:docMk/>
      </pc:docMkLst>
      <pc:sldChg chg="modSp">
        <pc:chgData name="Pierre GAUVRY" userId="S::pgauvry@lemonway.com::83edf39d-5bbc-4918-af09-c2287799a21e" providerId="AD" clId="Web-{043BB0B3-314B-63D4-7B3F-13D2E81873A1}" dt="2025-01-27T21:08:58.700" v="65" actId="20577"/>
        <pc:sldMkLst>
          <pc:docMk/>
          <pc:sldMk cId="244232859" sldId="2147483541"/>
        </pc:sldMkLst>
      </pc:sldChg>
      <pc:sldChg chg="modSp">
        <pc:chgData name="Pierre GAUVRY" userId="S::pgauvry@lemonway.com::83edf39d-5bbc-4918-af09-c2287799a21e" providerId="AD" clId="Web-{043BB0B3-314B-63D4-7B3F-13D2E81873A1}" dt="2025-01-27T21:35:59.470" v="76" actId="20577"/>
        <pc:sldMkLst>
          <pc:docMk/>
          <pc:sldMk cId="12490850" sldId="21474835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D6C8D-6980-100F-7F9D-B91A7D9BB4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0A185-1E99-EE37-EC31-424D137753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C3231-7B0F-0944-AC3C-0D7F1DAC5F08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F2C3E-45F2-B315-B30F-6306552178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C0D10-874D-F25B-F443-2D588B4C44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1B1B6-6E46-C242-A99B-E4567F64C30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653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EBC7-5153-18EA-5007-8BA3DC23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4EEF-805F-C30F-4BAD-EF372D80E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3F38-15C8-BD43-C769-F61070AF9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69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52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3" name="Google Shape;9673;g10923e46cd9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9674" name="Google Shape;9674;g10923e46cd9_0_5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Mettre en place un formulaire dynamique de collecte d’information, en amont d’une page de paiement.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Formulaire dynamique et configurable via une page d’administration, qui permettra de lister les champs obligatoires à collecter et ceux facultatifs.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fr-F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TODO ANP =&gt; Rappeler le </a:t>
            </a:r>
            <a:r>
              <a:rPr lang="fr-FR" dirty="0" err="1"/>
              <a:t>thême</a:t>
            </a:r>
            <a:endParaRPr dirty="0"/>
          </a:p>
        </p:txBody>
      </p:sp>
      <p:sp>
        <p:nvSpPr>
          <p:cNvPr id="9675" name="Google Shape;9675;g10923e46cd9_0_5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9735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867C-34F5-4C6A-42EF-5096B5B2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C4FE8-0174-4453-B187-3BEA6A777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A6C1A-3099-8AE0-641D-8D2A2DE0B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2">
          <a:extLst>
            <a:ext uri="{FF2B5EF4-FFF2-40B4-BE49-F238E27FC236}">
              <a16:creationId xmlns:a16="http://schemas.microsoft.com/office/drawing/2014/main" id="{BEBC5D31-8B4E-C0E9-640A-730DC800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3" name="Google Shape;9673;g10923e46cd9_0_515:notes">
            <a:extLst>
              <a:ext uri="{FF2B5EF4-FFF2-40B4-BE49-F238E27FC236}">
                <a16:creationId xmlns:a16="http://schemas.microsoft.com/office/drawing/2014/main" id="{5BF6EC00-05CD-F454-558C-48AB4DF90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74" name="Google Shape;9674;g10923e46cd9_0_515:notes">
            <a:extLst>
              <a:ext uri="{FF2B5EF4-FFF2-40B4-BE49-F238E27FC236}">
                <a16:creationId xmlns:a16="http://schemas.microsoft.com/office/drawing/2014/main" id="{ED3AFC7B-BE2B-A75B-2066-7CA55642C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5" name="Google Shape;9675;g10923e46cd9_0_515:notes">
            <a:extLst>
              <a:ext uri="{FF2B5EF4-FFF2-40B4-BE49-F238E27FC236}">
                <a16:creationId xmlns:a16="http://schemas.microsoft.com/office/drawing/2014/main" id="{8F5A48CC-8DF1-BD9D-D13C-223FCC94D0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686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DE88-4936-60B4-DB15-26108690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27D64-A5BE-8E47-23A7-6073E94CB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070C8-32EC-2443-428E-A56632278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01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2">
          <a:extLst>
            <a:ext uri="{FF2B5EF4-FFF2-40B4-BE49-F238E27FC236}">
              <a16:creationId xmlns:a16="http://schemas.microsoft.com/office/drawing/2014/main" id="{508588E6-3678-4667-C5F8-CBCA7A2A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3" name="Google Shape;9673;g10923e46cd9_0_515:notes">
            <a:extLst>
              <a:ext uri="{FF2B5EF4-FFF2-40B4-BE49-F238E27FC236}">
                <a16:creationId xmlns:a16="http://schemas.microsoft.com/office/drawing/2014/main" id="{F5FA7882-1D5E-CAEC-E52B-9341A4C30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74" name="Google Shape;9674;g10923e46cd9_0_515:notes">
            <a:extLst>
              <a:ext uri="{FF2B5EF4-FFF2-40B4-BE49-F238E27FC236}">
                <a16:creationId xmlns:a16="http://schemas.microsoft.com/office/drawing/2014/main" id="{D01C74E0-F2D0-DA8F-9553-3D3B50478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75" name="Google Shape;9675;g10923e46cd9_0_515:notes">
            <a:extLst>
              <a:ext uri="{FF2B5EF4-FFF2-40B4-BE49-F238E27FC236}">
                <a16:creationId xmlns:a16="http://schemas.microsoft.com/office/drawing/2014/main" id="{87A4C5D5-7A28-CB62-D07D-809B0FB5A3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199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2">
          <a:extLst>
            <a:ext uri="{FF2B5EF4-FFF2-40B4-BE49-F238E27FC236}">
              <a16:creationId xmlns:a16="http://schemas.microsoft.com/office/drawing/2014/main" id="{937B1667-7E07-2690-C425-456D4CEF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3" name="Google Shape;9673;g10923e46cd9_0_515:notes">
            <a:extLst>
              <a:ext uri="{FF2B5EF4-FFF2-40B4-BE49-F238E27FC236}">
                <a16:creationId xmlns:a16="http://schemas.microsoft.com/office/drawing/2014/main" id="{EE3ACB0D-C196-F59A-AEC0-7D4D1CCCD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74" name="Google Shape;9674;g10923e46cd9_0_515:notes">
            <a:extLst>
              <a:ext uri="{FF2B5EF4-FFF2-40B4-BE49-F238E27FC236}">
                <a16:creationId xmlns:a16="http://schemas.microsoft.com/office/drawing/2014/main" id="{439E9C7A-CA91-BB18-62E2-188E93894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TODO ANP : Scinder le bloc « Dynamic Forms » pour identifier le front et le back : prendre le prompt de l’utilisateur et l’améliorer pour qu’il puisse être compris par </a:t>
            </a:r>
            <a:r>
              <a:rPr lang="fr-FR" dirty="0" err="1"/>
              <a:t>OpenAI</a:t>
            </a:r>
            <a:r>
              <a:rPr lang="fr-FR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Ajout de restrictions/sécurités avec l’IA 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Pas de doublon possible avec les champs initiaux (</a:t>
            </a:r>
            <a:r>
              <a:rPr lang="fr-FR" dirty="0" err="1"/>
              <a:t>locked</a:t>
            </a:r>
            <a:r>
              <a:rPr lang="fr-FR" dirty="0"/>
              <a:t>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Gestion de l’ajout et de suppression de customisations.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Prise en compte des abréviations.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sp>
        <p:nvSpPr>
          <p:cNvPr id="9675" name="Google Shape;9675;g10923e46cd9_0_515:notes">
            <a:extLst>
              <a:ext uri="{FF2B5EF4-FFF2-40B4-BE49-F238E27FC236}">
                <a16:creationId xmlns:a16="http://schemas.microsoft.com/office/drawing/2014/main" id="{B57746AB-110F-EABF-5F26-4139D19863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622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2">
          <a:extLst>
            <a:ext uri="{FF2B5EF4-FFF2-40B4-BE49-F238E27FC236}">
              <a16:creationId xmlns:a16="http://schemas.microsoft.com/office/drawing/2014/main" id="{B62E4C8C-05EC-503C-D009-DC6513C9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3" name="Google Shape;9673;g10923e46cd9_0_515:notes">
            <a:extLst>
              <a:ext uri="{FF2B5EF4-FFF2-40B4-BE49-F238E27FC236}">
                <a16:creationId xmlns:a16="http://schemas.microsoft.com/office/drawing/2014/main" id="{8EBF2A60-4AC8-3C46-4361-9C4F2BD3B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74" name="Google Shape;9674;g10923e46cd9_0_515:notes">
            <a:extLst>
              <a:ext uri="{FF2B5EF4-FFF2-40B4-BE49-F238E27FC236}">
                <a16:creationId xmlns:a16="http://schemas.microsoft.com/office/drawing/2014/main" id="{2E772499-F74E-6E6D-4621-D5728C7E7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75" name="Google Shape;9675;g10923e46cd9_0_515:notes">
            <a:extLst>
              <a:ext uri="{FF2B5EF4-FFF2-40B4-BE49-F238E27FC236}">
                <a16:creationId xmlns:a16="http://schemas.microsoft.com/office/drawing/2014/main" id="{8D05B2B5-8FB2-433A-A999-F8A4513B77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072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054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F857-FBC2-128C-3967-A3659D0F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3D6AD-013D-8CB0-E246-3A9C58A9A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8945F-652B-E697-9742-052A8A8BB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782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99EA-A47D-A196-B743-63F99593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41A85-59B0-6839-6A42-29739AE23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0E799-33DC-61A8-3C34-363833F53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93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2AA7-3283-2149-226C-6D4F2197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77933-16AB-8B6D-0F2B-203379838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4D308-03EB-DDB2-3292-3FECAA08D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7539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3198306F-2C63-ADB9-BE98-A10699AB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f4faa77325_0_3283:notes">
            <a:extLst>
              <a:ext uri="{FF2B5EF4-FFF2-40B4-BE49-F238E27FC236}">
                <a16:creationId xmlns:a16="http://schemas.microsoft.com/office/drawing/2014/main" id="{28E70D2F-A690-3947-DFED-1BE79F7DC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gf4faa77325_0_3283:notes">
            <a:extLst>
              <a:ext uri="{FF2B5EF4-FFF2-40B4-BE49-F238E27FC236}">
                <a16:creationId xmlns:a16="http://schemas.microsoft.com/office/drawing/2014/main" id="{85FBE47B-3149-39D1-568E-915A99CDD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347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51AEF1A4-03F5-13BC-4AC1-499F346C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f4faa77325_0_3283:notes">
            <a:extLst>
              <a:ext uri="{FF2B5EF4-FFF2-40B4-BE49-F238E27FC236}">
                <a16:creationId xmlns:a16="http://schemas.microsoft.com/office/drawing/2014/main" id="{9FA4F0EE-7456-8FA0-3331-007C8A820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gf4faa77325_0_3283:notes">
            <a:extLst>
              <a:ext uri="{FF2B5EF4-FFF2-40B4-BE49-F238E27FC236}">
                <a16:creationId xmlns:a16="http://schemas.microsoft.com/office/drawing/2014/main" id="{90ECA67E-9C67-178F-F8AC-131E53674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82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or.fr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C942-C1D4-9740-A080-F6BA21BBB921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34FE5-FDAD-F74A-8421-C7F8BA1BE6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79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">
  <p:cSld name="White slide"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0" name="Google Shape;540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1" name="Google Shape;54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6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258"/>
          <p:cNvSpPr txBox="1">
            <a:spLocks noGrp="1"/>
          </p:cNvSpPr>
          <p:nvPr>
            <p:ph type="ctrTitle"/>
          </p:nvPr>
        </p:nvSpPr>
        <p:spPr>
          <a:xfrm>
            <a:off x="810000" y="540000"/>
            <a:ext cx="3372900" cy="10758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55" name="Google Shape;2255;p258"/>
          <p:cNvSpPr txBox="1">
            <a:spLocks noGrp="1"/>
          </p:cNvSpPr>
          <p:nvPr>
            <p:ph type="subTitle" idx="1"/>
          </p:nvPr>
        </p:nvSpPr>
        <p:spPr>
          <a:xfrm>
            <a:off x="810000" y="1718675"/>
            <a:ext cx="3372900" cy="2547000"/>
          </a:xfrm>
          <a:prstGeom prst="rect">
            <a:avLst/>
          </a:prstGeom>
        </p:spPr>
        <p:txBody>
          <a:bodyPr spcFirstLastPara="1" wrap="square" lIns="0" tIns="0" rIns="90000" bIns="91425" anchor="t" anchorCtr="0">
            <a:norm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56" name="Google Shape;2256;p2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2257" name="Google Shape;2257;p258"/>
          <p:cNvSpPr>
            <a:spLocks noGrp="1"/>
          </p:cNvSpPr>
          <p:nvPr>
            <p:ph type="pic" idx="2"/>
          </p:nvPr>
        </p:nvSpPr>
        <p:spPr>
          <a:xfrm>
            <a:off x="4961025" y="0"/>
            <a:ext cx="3568200" cy="4569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272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13" b="1" i="0">
                <a:solidFill>
                  <a:srgbClr val="111E2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0960">
              <a:spcBef>
                <a:spcPts val="116"/>
              </a:spcBef>
            </a:pPr>
            <a:fld id="{81D60167-4931-47E6-BA6A-407CBD079E47}" type="slidenum">
              <a:rPr lang="en-FR" sz="975" spc="-38" smtClean="0">
                <a:solidFill>
                  <a:srgbClr val="8F92A7"/>
                </a:solidFill>
              </a:rPr>
              <a:pPr marL="110960">
                <a:spcBef>
                  <a:spcPts val="116"/>
                </a:spcBef>
              </a:pPr>
              <a:t>‹#›</a:t>
            </a:fld>
            <a:endParaRPr lang="en-FR" sz="975"/>
          </a:p>
        </p:txBody>
      </p:sp>
    </p:spTree>
    <p:extLst>
      <p:ext uri="{BB962C8B-B14F-4D97-AF65-F5344CB8AC3E}">
        <p14:creationId xmlns:p14="http://schemas.microsoft.com/office/powerpoint/2010/main" val="416474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03" name="Google Shape;1503;p157"/>
          <p:cNvGrpSpPr/>
          <p:nvPr/>
        </p:nvGrpSpPr>
        <p:grpSpPr>
          <a:xfrm>
            <a:off x="3937635" y="3109954"/>
            <a:ext cx="1268775" cy="318825"/>
            <a:chOff x="7641302" y="5435575"/>
            <a:chExt cx="1691700" cy="425100"/>
          </a:xfrm>
        </p:grpSpPr>
        <p:sp>
          <p:nvSpPr>
            <p:cNvPr id="1504" name="Google Shape;1504;p157"/>
            <p:cNvSpPr/>
            <p:nvPr/>
          </p:nvSpPr>
          <p:spPr>
            <a:xfrm>
              <a:off x="7641302" y="5435575"/>
              <a:ext cx="1691700" cy="4251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189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visit us</a:t>
              </a:r>
              <a:endParaRPr sz="1100"/>
            </a:p>
          </p:txBody>
        </p:sp>
        <p:sp>
          <p:nvSpPr>
            <p:cNvPr id="1505" name="Google Shape;1505;p157"/>
            <p:cNvSpPr/>
            <p:nvPr/>
          </p:nvSpPr>
          <p:spPr>
            <a:xfrm>
              <a:off x="8943182" y="5579170"/>
              <a:ext cx="79343" cy="137684"/>
            </a:xfrm>
            <a:custGeom>
              <a:avLst/>
              <a:gdLst/>
              <a:ahLst/>
              <a:cxnLst/>
              <a:rect l="l" t="t" r="r" b="b"/>
              <a:pathLst>
                <a:path w="323850" h="561975" extrusionOk="0">
                  <a:moveTo>
                    <a:pt x="33604" y="558660"/>
                  </a:moveTo>
                  <a:lnTo>
                    <a:pt x="7144" y="531257"/>
                  </a:lnTo>
                  <a:lnTo>
                    <a:pt x="268910" y="278511"/>
                  </a:lnTo>
                  <a:lnTo>
                    <a:pt x="7391" y="35033"/>
                  </a:lnTo>
                  <a:lnTo>
                    <a:pt x="33357" y="7144"/>
                  </a:lnTo>
                  <a:lnTo>
                    <a:pt x="324288" y="278016"/>
                  </a:lnTo>
                  <a:lnTo>
                    <a:pt x="33604" y="55866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506" name="Google Shape;1506;p157">
            <a:hlinkClick r:id="rId3"/>
          </p:cNvPr>
          <p:cNvSpPr/>
          <p:nvPr/>
        </p:nvSpPr>
        <p:spPr>
          <a:xfrm>
            <a:off x="3905250" y="3086141"/>
            <a:ext cx="1333500" cy="383100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7" name="Google Shape;1507;p157"/>
          <p:cNvSpPr/>
          <p:nvPr/>
        </p:nvSpPr>
        <p:spPr>
          <a:xfrm>
            <a:off x="2531745" y="2634049"/>
            <a:ext cx="40806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free presentation Template made by Slidor.</a:t>
            </a:r>
            <a:endParaRPr sz="1100"/>
          </a:p>
        </p:txBody>
      </p:sp>
      <p:grpSp>
        <p:nvGrpSpPr>
          <p:cNvPr id="1508" name="Google Shape;1508;p157"/>
          <p:cNvGrpSpPr/>
          <p:nvPr/>
        </p:nvGrpSpPr>
        <p:grpSpPr>
          <a:xfrm>
            <a:off x="4306476" y="4710308"/>
            <a:ext cx="531124" cy="109555"/>
            <a:chOff x="5690453" y="2208090"/>
            <a:chExt cx="809024" cy="166878"/>
          </a:xfrm>
        </p:grpSpPr>
        <p:sp>
          <p:nvSpPr>
            <p:cNvPr id="1509" name="Google Shape;1509;p157"/>
            <p:cNvSpPr/>
            <p:nvPr/>
          </p:nvSpPr>
          <p:spPr>
            <a:xfrm>
              <a:off x="5690453" y="2208090"/>
              <a:ext cx="176022" cy="166878"/>
            </a:xfrm>
            <a:custGeom>
              <a:avLst/>
              <a:gdLst/>
              <a:ahLst/>
              <a:cxnLst/>
              <a:rect l="l" t="t" r="r" b="b"/>
              <a:pathLst>
                <a:path w="733425" h="695325" extrusionOk="0">
                  <a:moveTo>
                    <a:pt x="727520" y="349758"/>
                  </a:moveTo>
                  <a:lnTo>
                    <a:pt x="728091" y="349472"/>
                  </a:lnTo>
                  <a:lnTo>
                    <a:pt x="650748" y="303276"/>
                  </a:lnTo>
                  <a:lnTo>
                    <a:pt x="161258" y="7144"/>
                  </a:lnTo>
                  <a:lnTo>
                    <a:pt x="11240" y="51530"/>
                  </a:lnTo>
                  <a:lnTo>
                    <a:pt x="505968" y="349282"/>
                  </a:lnTo>
                  <a:lnTo>
                    <a:pt x="7144" y="645605"/>
                  </a:lnTo>
                  <a:lnTo>
                    <a:pt x="161258" y="692372"/>
                  </a:lnTo>
                  <a:lnTo>
                    <a:pt x="270605" y="626174"/>
                  </a:lnTo>
                  <a:lnTo>
                    <a:pt x="650653" y="396240"/>
                  </a:lnTo>
                  <a:lnTo>
                    <a:pt x="728091" y="350139"/>
                  </a:lnTo>
                  <a:lnTo>
                    <a:pt x="727520" y="349758"/>
                  </a:lnTo>
                  <a:close/>
                </a:path>
              </a:pathLst>
            </a:custGeom>
            <a:solidFill>
              <a:srgbClr val="F04C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0" name="Google Shape;1510;p157"/>
            <p:cNvSpPr/>
            <p:nvPr/>
          </p:nvSpPr>
          <p:spPr>
            <a:xfrm>
              <a:off x="5782811" y="2290112"/>
              <a:ext cx="57150" cy="34290"/>
            </a:xfrm>
            <a:custGeom>
              <a:avLst/>
              <a:gdLst/>
              <a:ahLst/>
              <a:cxnLst/>
              <a:rect l="l" t="t" r="r" b="b"/>
              <a:pathLst>
                <a:path w="238125" h="142875" extrusionOk="0">
                  <a:moveTo>
                    <a:pt x="120777" y="7144"/>
                  </a:moveTo>
                  <a:lnTo>
                    <a:pt x="231648" y="73819"/>
                  </a:lnTo>
                  <a:lnTo>
                    <a:pt x="120682" y="141256"/>
                  </a:lnTo>
                  <a:lnTo>
                    <a:pt x="7144" y="74200"/>
                  </a:lnTo>
                  <a:lnTo>
                    <a:pt x="120777" y="7144"/>
                  </a:lnTo>
                  <a:close/>
                </a:path>
              </a:pathLst>
            </a:custGeom>
            <a:solidFill>
              <a:srgbClr val="010101">
                <a:alpha val="298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1" name="Google Shape;1511;p157"/>
            <p:cNvSpPr/>
            <p:nvPr/>
          </p:nvSpPr>
          <p:spPr>
            <a:xfrm>
              <a:off x="6028923" y="2241355"/>
              <a:ext cx="70866" cy="100584"/>
            </a:xfrm>
            <a:custGeom>
              <a:avLst/>
              <a:gdLst/>
              <a:ahLst/>
              <a:cxnLst/>
              <a:rect l="l" t="t" r="r" b="b"/>
              <a:pathLst>
                <a:path w="295275" h="419100" extrusionOk="0">
                  <a:moveTo>
                    <a:pt x="7144" y="50483"/>
                  </a:moveTo>
                  <a:lnTo>
                    <a:pt x="78772" y="7144"/>
                  </a:lnTo>
                  <a:lnTo>
                    <a:pt x="78772" y="349472"/>
                  </a:lnTo>
                  <a:lnTo>
                    <a:pt x="292989" y="349472"/>
                  </a:lnTo>
                  <a:lnTo>
                    <a:pt x="292989" y="414623"/>
                  </a:lnTo>
                  <a:lnTo>
                    <a:pt x="7239" y="4146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2" name="Google Shape;1512;p157"/>
            <p:cNvSpPr/>
            <p:nvPr/>
          </p:nvSpPr>
          <p:spPr>
            <a:xfrm>
              <a:off x="6123197" y="2241355"/>
              <a:ext cx="20574" cy="100584"/>
            </a:xfrm>
            <a:custGeom>
              <a:avLst/>
              <a:gdLst/>
              <a:ahLst/>
              <a:cxnLst/>
              <a:rect l="l" t="t" r="r" b="b"/>
              <a:pathLst>
                <a:path w="85725" h="419100" extrusionOk="0">
                  <a:moveTo>
                    <a:pt x="7144" y="51721"/>
                  </a:moveTo>
                  <a:lnTo>
                    <a:pt x="78772" y="7144"/>
                  </a:lnTo>
                  <a:lnTo>
                    <a:pt x="78772" y="414623"/>
                  </a:lnTo>
                  <a:lnTo>
                    <a:pt x="7144" y="4146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3" name="Google Shape;1513;p157"/>
            <p:cNvSpPr/>
            <p:nvPr/>
          </p:nvSpPr>
          <p:spPr>
            <a:xfrm>
              <a:off x="6173392" y="2241351"/>
              <a:ext cx="91440" cy="100584"/>
            </a:xfrm>
            <a:custGeom>
              <a:avLst/>
              <a:gdLst/>
              <a:ahLst/>
              <a:cxnLst/>
              <a:rect l="l" t="t" r="r" b="b"/>
              <a:pathLst>
                <a:path w="381000" h="419100" extrusionOk="0">
                  <a:moveTo>
                    <a:pt x="7144" y="7160"/>
                  </a:moveTo>
                  <a:lnTo>
                    <a:pt x="159544" y="7160"/>
                  </a:lnTo>
                  <a:cubicBezTo>
                    <a:pt x="189459" y="6817"/>
                    <a:pt x="219175" y="12050"/>
                    <a:pt x="247174" y="22590"/>
                  </a:cubicBezTo>
                  <a:cubicBezTo>
                    <a:pt x="272645" y="32212"/>
                    <a:pt x="295978" y="46743"/>
                    <a:pt x="315849" y="65357"/>
                  </a:cubicBezTo>
                  <a:cubicBezTo>
                    <a:pt x="335007" y="83502"/>
                    <a:pt x="350187" y="105428"/>
                    <a:pt x="360426" y="129746"/>
                  </a:cubicBezTo>
                  <a:cubicBezTo>
                    <a:pt x="371036" y="155075"/>
                    <a:pt x="376383" y="182297"/>
                    <a:pt x="376142" y="209756"/>
                  </a:cubicBezTo>
                  <a:lnTo>
                    <a:pt x="376142" y="210899"/>
                  </a:lnTo>
                  <a:cubicBezTo>
                    <a:pt x="376371" y="238481"/>
                    <a:pt x="371025" y="265825"/>
                    <a:pt x="360426" y="291290"/>
                  </a:cubicBezTo>
                  <a:cubicBezTo>
                    <a:pt x="350257" y="315703"/>
                    <a:pt x="335070" y="337705"/>
                    <a:pt x="315849" y="355870"/>
                  </a:cubicBezTo>
                  <a:cubicBezTo>
                    <a:pt x="295967" y="374540"/>
                    <a:pt x="272642" y="389163"/>
                    <a:pt x="247174" y="398923"/>
                  </a:cubicBezTo>
                  <a:cubicBezTo>
                    <a:pt x="219219" y="409651"/>
                    <a:pt x="189485" y="414983"/>
                    <a:pt x="159544" y="414639"/>
                  </a:cubicBezTo>
                  <a:lnTo>
                    <a:pt x="7144" y="414639"/>
                  </a:lnTo>
                  <a:close/>
                  <a:moveTo>
                    <a:pt x="78391" y="72787"/>
                  </a:moveTo>
                  <a:lnTo>
                    <a:pt x="78391" y="349869"/>
                  </a:lnTo>
                  <a:lnTo>
                    <a:pt x="158687" y="349869"/>
                  </a:lnTo>
                  <a:cubicBezTo>
                    <a:pt x="178551" y="350118"/>
                    <a:pt x="198287" y="346662"/>
                    <a:pt x="216884" y="339677"/>
                  </a:cubicBezTo>
                  <a:cubicBezTo>
                    <a:pt x="233595" y="333409"/>
                    <a:pt x="248788" y="323670"/>
                    <a:pt x="261461" y="311102"/>
                  </a:cubicBezTo>
                  <a:cubicBezTo>
                    <a:pt x="273861" y="298662"/>
                    <a:pt x="283586" y="283816"/>
                    <a:pt x="290036" y="267478"/>
                  </a:cubicBezTo>
                  <a:cubicBezTo>
                    <a:pt x="296973" y="249995"/>
                    <a:pt x="300435" y="231327"/>
                    <a:pt x="300228" y="212518"/>
                  </a:cubicBezTo>
                  <a:lnTo>
                    <a:pt x="300228" y="211280"/>
                  </a:lnTo>
                  <a:cubicBezTo>
                    <a:pt x="300417" y="192381"/>
                    <a:pt x="296957" y="173623"/>
                    <a:pt x="290036" y="156035"/>
                  </a:cubicBezTo>
                  <a:cubicBezTo>
                    <a:pt x="283637" y="139559"/>
                    <a:pt x="273910" y="124578"/>
                    <a:pt x="261461" y="112030"/>
                  </a:cubicBezTo>
                  <a:cubicBezTo>
                    <a:pt x="248705" y="99567"/>
                    <a:pt x="233535" y="89843"/>
                    <a:pt x="216884" y="83455"/>
                  </a:cubicBezTo>
                  <a:cubicBezTo>
                    <a:pt x="198344" y="76236"/>
                    <a:pt x="178581" y="72678"/>
                    <a:pt x="158687" y="72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4" name="Google Shape;1514;p157"/>
            <p:cNvSpPr/>
            <p:nvPr/>
          </p:nvSpPr>
          <p:spPr>
            <a:xfrm>
              <a:off x="6285233" y="2239754"/>
              <a:ext cx="105156" cy="102870"/>
            </a:xfrm>
            <a:custGeom>
              <a:avLst/>
              <a:gdLst/>
              <a:ahLst/>
              <a:cxnLst/>
              <a:rect l="l" t="t" r="r" b="b"/>
              <a:pathLst>
                <a:path w="438150" h="428625" extrusionOk="0">
                  <a:moveTo>
                    <a:pt x="218983" y="428357"/>
                  </a:moveTo>
                  <a:cubicBezTo>
                    <a:pt x="189583" y="428674"/>
                    <a:pt x="160422" y="423037"/>
                    <a:pt x="133258" y="411783"/>
                  </a:cubicBezTo>
                  <a:cubicBezTo>
                    <a:pt x="108249" y="401324"/>
                    <a:pt x="85580" y="385974"/>
                    <a:pt x="66583" y="366635"/>
                  </a:cubicBezTo>
                  <a:cubicBezTo>
                    <a:pt x="47851" y="347434"/>
                    <a:pt x="33006" y="324794"/>
                    <a:pt x="22864" y="299960"/>
                  </a:cubicBezTo>
                  <a:cubicBezTo>
                    <a:pt x="12325" y="274210"/>
                    <a:pt x="6984" y="246630"/>
                    <a:pt x="7147" y="218807"/>
                  </a:cubicBezTo>
                  <a:lnTo>
                    <a:pt x="7147" y="217569"/>
                  </a:lnTo>
                  <a:cubicBezTo>
                    <a:pt x="6984" y="189746"/>
                    <a:pt x="12325" y="162166"/>
                    <a:pt x="22864" y="136416"/>
                  </a:cubicBezTo>
                  <a:cubicBezTo>
                    <a:pt x="33146" y="111519"/>
                    <a:pt x="48191" y="88870"/>
                    <a:pt x="67155" y="69741"/>
                  </a:cubicBezTo>
                  <a:cubicBezTo>
                    <a:pt x="86504" y="50285"/>
                    <a:pt x="109437" y="34760"/>
                    <a:pt x="134687" y="24021"/>
                  </a:cubicBezTo>
                  <a:cubicBezTo>
                    <a:pt x="161953" y="12523"/>
                    <a:pt x="191300" y="6783"/>
                    <a:pt x="220888" y="7161"/>
                  </a:cubicBezTo>
                  <a:cubicBezTo>
                    <a:pt x="250288" y="6854"/>
                    <a:pt x="279446" y="12492"/>
                    <a:pt x="306613" y="23735"/>
                  </a:cubicBezTo>
                  <a:cubicBezTo>
                    <a:pt x="331611" y="34217"/>
                    <a:pt x="354275" y="49564"/>
                    <a:pt x="373288" y="68883"/>
                  </a:cubicBezTo>
                  <a:cubicBezTo>
                    <a:pt x="392011" y="88073"/>
                    <a:pt x="406827" y="110718"/>
                    <a:pt x="416913" y="135558"/>
                  </a:cubicBezTo>
                  <a:cubicBezTo>
                    <a:pt x="427461" y="161306"/>
                    <a:pt x="432803" y="188888"/>
                    <a:pt x="432629" y="216711"/>
                  </a:cubicBezTo>
                  <a:lnTo>
                    <a:pt x="432629" y="217854"/>
                  </a:lnTo>
                  <a:cubicBezTo>
                    <a:pt x="432803" y="245709"/>
                    <a:pt x="427461" y="273322"/>
                    <a:pt x="416913" y="299103"/>
                  </a:cubicBezTo>
                  <a:cubicBezTo>
                    <a:pt x="406665" y="323995"/>
                    <a:pt x="391652" y="346644"/>
                    <a:pt x="372717" y="365778"/>
                  </a:cubicBezTo>
                  <a:cubicBezTo>
                    <a:pt x="332099" y="406653"/>
                    <a:pt x="276600" y="429244"/>
                    <a:pt x="218983" y="428357"/>
                  </a:cubicBezTo>
                  <a:close/>
                  <a:moveTo>
                    <a:pt x="220222" y="361682"/>
                  </a:moveTo>
                  <a:cubicBezTo>
                    <a:pt x="257610" y="362161"/>
                    <a:pt x="293481" y="346921"/>
                    <a:pt x="319091" y="319677"/>
                  </a:cubicBezTo>
                  <a:cubicBezTo>
                    <a:pt x="331504" y="306517"/>
                    <a:pt x="341213" y="291048"/>
                    <a:pt x="347666" y="274147"/>
                  </a:cubicBezTo>
                  <a:cubicBezTo>
                    <a:pt x="354525" y="256277"/>
                    <a:pt x="357982" y="237281"/>
                    <a:pt x="357858" y="218140"/>
                  </a:cubicBezTo>
                  <a:lnTo>
                    <a:pt x="357858" y="216997"/>
                  </a:lnTo>
                  <a:cubicBezTo>
                    <a:pt x="357948" y="197766"/>
                    <a:pt x="354493" y="178683"/>
                    <a:pt x="347666" y="160704"/>
                  </a:cubicBezTo>
                  <a:cubicBezTo>
                    <a:pt x="334823" y="126287"/>
                    <a:pt x="308712" y="98460"/>
                    <a:pt x="275181" y="83457"/>
                  </a:cubicBezTo>
                  <a:cubicBezTo>
                    <a:pt x="239636" y="68025"/>
                    <a:pt x="199283" y="68025"/>
                    <a:pt x="163738" y="83457"/>
                  </a:cubicBezTo>
                  <a:cubicBezTo>
                    <a:pt x="147300" y="90661"/>
                    <a:pt x="132516" y="101165"/>
                    <a:pt x="120304" y="114318"/>
                  </a:cubicBezTo>
                  <a:cubicBezTo>
                    <a:pt x="107954" y="127634"/>
                    <a:pt x="98256" y="143184"/>
                    <a:pt x="91729" y="160133"/>
                  </a:cubicBezTo>
                  <a:cubicBezTo>
                    <a:pt x="84886" y="178008"/>
                    <a:pt x="81429" y="197000"/>
                    <a:pt x="81537" y="216140"/>
                  </a:cubicBezTo>
                  <a:lnTo>
                    <a:pt x="81538" y="217283"/>
                  </a:lnTo>
                  <a:cubicBezTo>
                    <a:pt x="81421" y="236423"/>
                    <a:pt x="84877" y="255418"/>
                    <a:pt x="91729" y="273290"/>
                  </a:cubicBezTo>
                  <a:cubicBezTo>
                    <a:pt x="98242" y="290331"/>
                    <a:pt x="107940" y="305977"/>
                    <a:pt x="120304" y="319391"/>
                  </a:cubicBezTo>
                  <a:cubicBezTo>
                    <a:pt x="132678" y="332710"/>
                    <a:pt x="147656" y="343344"/>
                    <a:pt x="164310" y="350633"/>
                  </a:cubicBezTo>
                  <a:cubicBezTo>
                    <a:pt x="181946" y="358291"/>
                    <a:pt x="200996" y="362153"/>
                    <a:pt x="220222" y="3619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5" name="Google Shape;1515;p157"/>
            <p:cNvSpPr/>
            <p:nvPr/>
          </p:nvSpPr>
          <p:spPr>
            <a:xfrm>
              <a:off x="6414895" y="2241349"/>
              <a:ext cx="84582" cy="100584"/>
            </a:xfrm>
            <a:custGeom>
              <a:avLst/>
              <a:gdLst/>
              <a:ahLst/>
              <a:cxnLst/>
              <a:rect l="l" t="t" r="r" b="b"/>
              <a:pathLst>
                <a:path w="352425" h="419100" extrusionOk="0">
                  <a:moveTo>
                    <a:pt x="7144" y="7171"/>
                  </a:moveTo>
                  <a:lnTo>
                    <a:pt x="188786" y="7171"/>
                  </a:lnTo>
                  <a:cubicBezTo>
                    <a:pt x="211939" y="6790"/>
                    <a:pt x="234982" y="10431"/>
                    <a:pt x="256889" y="17934"/>
                  </a:cubicBezTo>
                  <a:cubicBezTo>
                    <a:pt x="275324" y="24344"/>
                    <a:pt x="292201" y="34567"/>
                    <a:pt x="306419" y="47938"/>
                  </a:cubicBezTo>
                  <a:cubicBezTo>
                    <a:pt x="317253" y="59148"/>
                    <a:pt x="325766" y="72387"/>
                    <a:pt x="331470" y="86895"/>
                  </a:cubicBezTo>
                  <a:cubicBezTo>
                    <a:pt x="337403" y="102527"/>
                    <a:pt x="340343" y="119135"/>
                    <a:pt x="340138" y="135854"/>
                  </a:cubicBezTo>
                  <a:lnTo>
                    <a:pt x="340138" y="136997"/>
                  </a:lnTo>
                  <a:cubicBezTo>
                    <a:pt x="341579" y="166333"/>
                    <a:pt x="331921" y="195136"/>
                    <a:pt x="313087" y="217673"/>
                  </a:cubicBezTo>
                  <a:cubicBezTo>
                    <a:pt x="294505" y="238320"/>
                    <a:pt x="270363" y="253169"/>
                    <a:pt x="243554" y="260441"/>
                  </a:cubicBezTo>
                  <a:lnTo>
                    <a:pt x="353568" y="414650"/>
                  </a:lnTo>
                  <a:lnTo>
                    <a:pt x="268605" y="414650"/>
                  </a:lnTo>
                  <a:lnTo>
                    <a:pt x="168402" y="272823"/>
                  </a:lnTo>
                  <a:lnTo>
                    <a:pt x="78772" y="272823"/>
                  </a:lnTo>
                  <a:lnTo>
                    <a:pt x="78772" y="414841"/>
                  </a:lnTo>
                  <a:lnTo>
                    <a:pt x="7144" y="414841"/>
                  </a:lnTo>
                  <a:close/>
                  <a:moveTo>
                    <a:pt x="183547" y="209196"/>
                  </a:moveTo>
                  <a:cubicBezTo>
                    <a:pt x="205449" y="210374"/>
                    <a:pt x="227076" y="203873"/>
                    <a:pt x="244698" y="190813"/>
                  </a:cubicBezTo>
                  <a:cubicBezTo>
                    <a:pt x="259749" y="178802"/>
                    <a:pt x="268170" y="160332"/>
                    <a:pt x="267367" y="141093"/>
                  </a:cubicBezTo>
                  <a:lnTo>
                    <a:pt x="267367" y="139949"/>
                  </a:lnTo>
                  <a:cubicBezTo>
                    <a:pt x="268637" y="120559"/>
                    <a:pt x="260394" y="101763"/>
                    <a:pt x="245269" y="89562"/>
                  </a:cubicBezTo>
                  <a:cubicBezTo>
                    <a:pt x="226982" y="77093"/>
                    <a:pt x="205067" y="71061"/>
                    <a:pt x="182975" y="72417"/>
                  </a:cubicBezTo>
                  <a:lnTo>
                    <a:pt x="78772" y="72417"/>
                  </a:lnTo>
                  <a:lnTo>
                    <a:pt x="78772" y="2091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6" name="Google Shape;1516;p157"/>
            <p:cNvSpPr/>
            <p:nvPr/>
          </p:nvSpPr>
          <p:spPr>
            <a:xfrm>
              <a:off x="5926435" y="2240983"/>
              <a:ext cx="77724" cy="102870"/>
            </a:xfrm>
            <a:custGeom>
              <a:avLst/>
              <a:gdLst/>
              <a:ahLst/>
              <a:cxnLst/>
              <a:rect l="l" t="t" r="r" b="b"/>
              <a:pathLst>
                <a:path w="323850" h="428625" extrusionOk="0">
                  <a:moveTo>
                    <a:pt x="177165" y="425606"/>
                  </a:moveTo>
                  <a:cubicBezTo>
                    <a:pt x="146382" y="425714"/>
                    <a:pt x="115831" y="420294"/>
                    <a:pt x="86963" y="409605"/>
                  </a:cubicBezTo>
                  <a:cubicBezTo>
                    <a:pt x="57459" y="398476"/>
                    <a:pt x="30363" y="381791"/>
                    <a:pt x="7144" y="360455"/>
                  </a:cubicBezTo>
                  <a:lnTo>
                    <a:pt x="68199" y="323784"/>
                  </a:lnTo>
                  <a:cubicBezTo>
                    <a:pt x="68199" y="323784"/>
                    <a:pt x="68199" y="323784"/>
                    <a:pt x="68866" y="323784"/>
                  </a:cubicBezTo>
                  <a:cubicBezTo>
                    <a:pt x="81831" y="333400"/>
                    <a:pt x="95785" y="341606"/>
                    <a:pt x="110490" y="348263"/>
                  </a:cubicBezTo>
                  <a:cubicBezTo>
                    <a:pt x="132050" y="357652"/>
                    <a:pt x="155366" y="362328"/>
                    <a:pt x="178879" y="361980"/>
                  </a:cubicBezTo>
                  <a:cubicBezTo>
                    <a:pt x="197543" y="362973"/>
                    <a:pt x="216035" y="357966"/>
                    <a:pt x="231648" y="347692"/>
                  </a:cubicBezTo>
                  <a:cubicBezTo>
                    <a:pt x="243797" y="339350"/>
                    <a:pt x="250952" y="325470"/>
                    <a:pt x="250698" y="310735"/>
                  </a:cubicBezTo>
                  <a:lnTo>
                    <a:pt x="250698" y="309592"/>
                  </a:lnTo>
                  <a:cubicBezTo>
                    <a:pt x="250847" y="302894"/>
                    <a:pt x="249581" y="296241"/>
                    <a:pt x="246983" y="290066"/>
                  </a:cubicBezTo>
                  <a:cubicBezTo>
                    <a:pt x="243715" y="283760"/>
                    <a:pt x="238938" y="278361"/>
                    <a:pt x="233077" y="274349"/>
                  </a:cubicBezTo>
                  <a:cubicBezTo>
                    <a:pt x="224454" y="268378"/>
                    <a:pt x="215025" y="263663"/>
                    <a:pt x="205073" y="260348"/>
                  </a:cubicBezTo>
                  <a:cubicBezTo>
                    <a:pt x="189931" y="255214"/>
                    <a:pt x="174507" y="250952"/>
                    <a:pt x="158877" y="247584"/>
                  </a:cubicBezTo>
                  <a:cubicBezTo>
                    <a:pt x="139212" y="243167"/>
                    <a:pt x="119865" y="237439"/>
                    <a:pt x="100965" y="230439"/>
                  </a:cubicBezTo>
                  <a:cubicBezTo>
                    <a:pt x="85654" y="224903"/>
                    <a:pt x="71292" y="217031"/>
                    <a:pt x="58388" y="207103"/>
                  </a:cubicBezTo>
                  <a:cubicBezTo>
                    <a:pt x="47128" y="198195"/>
                    <a:pt x="38150" y="186735"/>
                    <a:pt x="32194" y="173670"/>
                  </a:cubicBezTo>
                  <a:cubicBezTo>
                    <a:pt x="25866" y="158610"/>
                    <a:pt x="22814" y="142376"/>
                    <a:pt x="23241" y="126045"/>
                  </a:cubicBezTo>
                  <a:lnTo>
                    <a:pt x="23241" y="124902"/>
                  </a:lnTo>
                  <a:cubicBezTo>
                    <a:pt x="23084" y="108439"/>
                    <a:pt x="26667" y="92155"/>
                    <a:pt x="33719" y="77277"/>
                  </a:cubicBezTo>
                  <a:cubicBezTo>
                    <a:pt x="40464" y="62958"/>
                    <a:pt x="50209" y="50257"/>
                    <a:pt x="62294" y="40034"/>
                  </a:cubicBezTo>
                  <a:cubicBezTo>
                    <a:pt x="75311" y="29275"/>
                    <a:pt x="90240" y="21067"/>
                    <a:pt x="106299" y="15841"/>
                  </a:cubicBezTo>
                  <a:cubicBezTo>
                    <a:pt x="124297" y="9886"/>
                    <a:pt x="143159" y="6957"/>
                    <a:pt x="162116" y="7173"/>
                  </a:cubicBezTo>
                  <a:cubicBezTo>
                    <a:pt x="189566" y="6737"/>
                    <a:pt x="216878" y="11155"/>
                    <a:pt x="242792" y="20222"/>
                  </a:cubicBezTo>
                  <a:cubicBezTo>
                    <a:pt x="267106" y="29234"/>
                    <a:pt x="289812" y="42098"/>
                    <a:pt x="310039" y="58322"/>
                  </a:cubicBezTo>
                  <a:lnTo>
                    <a:pt x="246983" y="96422"/>
                  </a:lnTo>
                  <a:lnTo>
                    <a:pt x="245459" y="95660"/>
                  </a:lnTo>
                  <a:cubicBezTo>
                    <a:pt x="236093" y="90271"/>
                    <a:pt x="226353" y="85560"/>
                    <a:pt x="216313" y="81563"/>
                  </a:cubicBezTo>
                  <a:cubicBezTo>
                    <a:pt x="198720" y="74484"/>
                    <a:pt x="179936" y="70831"/>
                    <a:pt x="160973" y="70800"/>
                  </a:cubicBezTo>
                  <a:cubicBezTo>
                    <a:pt x="143578" y="69748"/>
                    <a:pt x="126344" y="74653"/>
                    <a:pt x="112109" y="84707"/>
                  </a:cubicBezTo>
                  <a:cubicBezTo>
                    <a:pt x="101085" y="92690"/>
                    <a:pt x="94566" y="105481"/>
                    <a:pt x="94583" y="119092"/>
                  </a:cubicBezTo>
                  <a:lnTo>
                    <a:pt x="94583" y="120235"/>
                  </a:lnTo>
                  <a:cubicBezTo>
                    <a:pt x="94474" y="127337"/>
                    <a:pt x="95870" y="134381"/>
                    <a:pt x="98679" y="140904"/>
                  </a:cubicBezTo>
                  <a:cubicBezTo>
                    <a:pt x="102108" y="147641"/>
                    <a:pt x="107354" y="153283"/>
                    <a:pt x="113824" y="157192"/>
                  </a:cubicBezTo>
                  <a:cubicBezTo>
                    <a:pt x="123126" y="162973"/>
                    <a:pt x="133108" y="167580"/>
                    <a:pt x="143542" y="170908"/>
                  </a:cubicBezTo>
                  <a:cubicBezTo>
                    <a:pt x="155924" y="175162"/>
                    <a:pt x="172021" y="179639"/>
                    <a:pt x="191834" y="184338"/>
                  </a:cubicBezTo>
                  <a:cubicBezTo>
                    <a:pt x="211040" y="189079"/>
                    <a:pt x="229909" y="195093"/>
                    <a:pt x="248317" y="202340"/>
                  </a:cubicBezTo>
                  <a:cubicBezTo>
                    <a:pt x="263233" y="208104"/>
                    <a:pt x="277101" y="216277"/>
                    <a:pt x="289369" y="226534"/>
                  </a:cubicBezTo>
                  <a:cubicBezTo>
                    <a:pt x="300024" y="235547"/>
                    <a:pt x="308464" y="246887"/>
                    <a:pt x="314039" y="259681"/>
                  </a:cubicBezTo>
                  <a:cubicBezTo>
                    <a:pt x="319741" y="273604"/>
                    <a:pt x="322529" y="288548"/>
                    <a:pt x="322231" y="303591"/>
                  </a:cubicBezTo>
                  <a:lnTo>
                    <a:pt x="322231" y="304829"/>
                  </a:lnTo>
                  <a:cubicBezTo>
                    <a:pt x="322497" y="322498"/>
                    <a:pt x="318820" y="340005"/>
                    <a:pt x="311467" y="356074"/>
                  </a:cubicBezTo>
                  <a:cubicBezTo>
                    <a:pt x="304408" y="370837"/>
                    <a:pt x="294161" y="383850"/>
                    <a:pt x="281464" y="394174"/>
                  </a:cubicBezTo>
                  <a:cubicBezTo>
                    <a:pt x="267913" y="404717"/>
                    <a:pt x="252453" y="412544"/>
                    <a:pt x="235934" y="417224"/>
                  </a:cubicBezTo>
                  <a:cubicBezTo>
                    <a:pt x="216857" y="422865"/>
                    <a:pt x="197058" y="425688"/>
                    <a:pt x="177165" y="425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7" name="Google Shape;1517;p157"/>
          <p:cNvGrpSpPr/>
          <p:nvPr/>
        </p:nvGrpSpPr>
        <p:grpSpPr>
          <a:xfrm>
            <a:off x="3344054" y="2094401"/>
            <a:ext cx="2455892" cy="513360"/>
            <a:chOff x="4458739" y="2792535"/>
            <a:chExt cx="3274523" cy="684480"/>
          </a:xfrm>
        </p:grpSpPr>
        <p:sp>
          <p:nvSpPr>
            <p:cNvPr id="1518" name="Google Shape;1518;p157"/>
            <p:cNvSpPr/>
            <p:nvPr/>
          </p:nvSpPr>
          <p:spPr>
            <a:xfrm>
              <a:off x="4458739" y="2978443"/>
              <a:ext cx="392942" cy="498572"/>
            </a:xfrm>
            <a:custGeom>
              <a:avLst/>
              <a:gdLst/>
              <a:ahLst/>
              <a:cxnLst/>
              <a:rect l="l" t="t" r="r" b="b"/>
              <a:pathLst>
                <a:path w="392942" h="498572" extrusionOk="0">
                  <a:moveTo>
                    <a:pt x="299989" y="139431"/>
                  </a:moveTo>
                  <a:cubicBezTo>
                    <a:pt x="287313" y="105630"/>
                    <a:pt x="261962" y="76053"/>
                    <a:pt x="202809" y="76053"/>
                  </a:cubicBezTo>
                  <a:cubicBezTo>
                    <a:pt x="147882" y="76053"/>
                    <a:pt x="109855" y="101405"/>
                    <a:pt x="109855" y="139431"/>
                  </a:cubicBezTo>
                  <a:cubicBezTo>
                    <a:pt x="109855" y="173233"/>
                    <a:pt x="130981" y="190133"/>
                    <a:pt x="185908" y="202809"/>
                  </a:cubicBezTo>
                  <a:lnTo>
                    <a:pt x="261962" y="219710"/>
                  </a:lnTo>
                  <a:cubicBezTo>
                    <a:pt x="350691" y="240836"/>
                    <a:pt x="392943" y="283088"/>
                    <a:pt x="392943" y="350691"/>
                  </a:cubicBezTo>
                  <a:cubicBezTo>
                    <a:pt x="392943" y="439420"/>
                    <a:pt x="312664" y="498572"/>
                    <a:pt x="194359" y="498572"/>
                  </a:cubicBezTo>
                  <a:cubicBezTo>
                    <a:pt x="84504" y="498572"/>
                    <a:pt x="12676" y="452095"/>
                    <a:pt x="0" y="363366"/>
                  </a:cubicBezTo>
                  <a:lnTo>
                    <a:pt x="92954" y="350691"/>
                  </a:lnTo>
                  <a:cubicBezTo>
                    <a:pt x="105630" y="397168"/>
                    <a:pt x="139431" y="422519"/>
                    <a:pt x="198584" y="422519"/>
                  </a:cubicBezTo>
                  <a:cubicBezTo>
                    <a:pt x="261962" y="422519"/>
                    <a:pt x="299989" y="392942"/>
                    <a:pt x="299989" y="354916"/>
                  </a:cubicBezTo>
                  <a:cubicBezTo>
                    <a:pt x="299989" y="325339"/>
                    <a:pt x="278863" y="304214"/>
                    <a:pt x="232386" y="291538"/>
                  </a:cubicBezTo>
                  <a:lnTo>
                    <a:pt x="147882" y="278862"/>
                  </a:lnTo>
                  <a:cubicBezTo>
                    <a:pt x="59153" y="257736"/>
                    <a:pt x="16901" y="211259"/>
                    <a:pt x="16901" y="143656"/>
                  </a:cubicBezTo>
                  <a:cubicBezTo>
                    <a:pt x="16901" y="59153"/>
                    <a:pt x="92954" y="0"/>
                    <a:pt x="202809" y="0"/>
                  </a:cubicBezTo>
                  <a:cubicBezTo>
                    <a:pt x="308439" y="0"/>
                    <a:pt x="367592" y="50702"/>
                    <a:pt x="384493" y="122530"/>
                  </a:cubicBezTo>
                  <a:lnTo>
                    <a:pt x="299989" y="139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9" name="Google Shape;1519;p157"/>
            <p:cNvSpPr/>
            <p:nvPr/>
          </p:nvSpPr>
          <p:spPr>
            <a:xfrm>
              <a:off x="4931960" y="2974218"/>
              <a:ext cx="439420" cy="502797"/>
            </a:xfrm>
            <a:custGeom>
              <a:avLst/>
              <a:gdLst/>
              <a:ahLst/>
              <a:cxnLst/>
              <a:rect l="l" t="t" r="r" b="b"/>
              <a:pathLst>
                <a:path w="439420" h="502797" extrusionOk="0">
                  <a:moveTo>
                    <a:pt x="0" y="253511"/>
                  </a:moveTo>
                  <a:cubicBezTo>
                    <a:pt x="0" y="105630"/>
                    <a:pt x="88729" y="0"/>
                    <a:pt x="223935" y="0"/>
                  </a:cubicBezTo>
                  <a:cubicBezTo>
                    <a:pt x="333790" y="0"/>
                    <a:pt x="439420" y="67603"/>
                    <a:pt x="439420" y="245061"/>
                  </a:cubicBezTo>
                  <a:lnTo>
                    <a:pt x="439420" y="278862"/>
                  </a:lnTo>
                  <a:lnTo>
                    <a:pt x="97179" y="278862"/>
                  </a:lnTo>
                  <a:cubicBezTo>
                    <a:pt x="101405" y="371817"/>
                    <a:pt x="152107" y="422519"/>
                    <a:pt x="236611" y="422519"/>
                  </a:cubicBezTo>
                  <a:cubicBezTo>
                    <a:pt x="291538" y="422519"/>
                    <a:pt x="329565" y="397168"/>
                    <a:pt x="346466" y="354916"/>
                  </a:cubicBezTo>
                  <a:lnTo>
                    <a:pt x="435195" y="371817"/>
                  </a:lnTo>
                  <a:cubicBezTo>
                    <a:pt x="414069" y="452095"/>
                    <a:pt x="338015" y="502797"/>
                    <a:pt x="232386" y="502797"/>
                  </a:cubicBezTo>
                  <a:cubicBezTo>
                    <a:pt x="88729" y="502797"/>
                    <a:pt x="0" y="405618"/>
                    <a:pt x="0" y="253511"/>
                  </a:cubicBezTo>
                  <a:close/>
                  <a:moveTo>
                    <a:pt x="346466" y="211259"/>
                  </a:moveTo>
                  <a:cubicBezTo>
                    <a:pt x="346466" y="135206"/>
                    <a:pt x="299989" y="84504"/>
                    <a:pt x="223935" y="84504"/>
                  </a:cubicBezTo>
                  <a:cubicBezTo>
                    <a:pt x="147882" y="84504"/>
                    <a:pt x="97179" y="143656"/>
                    <a:pt x="92954" y="211259"/>
                  </a:cubicBezTo>
                  <a:lnTo>
                    <a:pt x="346466" y="2112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0" name="Google Shape;1520;p157"/>
            <p:cNvSpPr/>
            <p:nvPr/>
          </p:nvSpPr>
          <p:spPr>
            <a:xfrm>
              <a:off x="5477010" y="2822111"/>
              <a:ext cx="92954" cy="646453"/>
            </a:xfrm>
            <a:custGeom>
              <a:avLst/>
              <a:gdLst/>
              <a:ahLst/>
              <a:cxnLst/>
              <a:rect l="l" t="t" r="r" b="b"/>
              <a:pathLst>
                <a:path w="92954" h="646453" extrusionOk="0">
                  <a:moveTo>
                    <a:pt x="92954" y="646454"/>
                  </a:moveTo>
                  <a:lnTo>
                    <a:pt x="0" y="646454"/>
                  </a:lnTo>
                  <a:lnTo>
                    <a:pt x="0" y="0"/>
                  </a:lnTo>
                  <a:lnTo>
                    <a:pt x="92954" y="0"/>
                  </a:lnTo>
                  <a:lnTo>
                    <a:pt x="92954" y="6464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1" name="Google Shape;1521;p157"/>
            <p:cNvSpPr/>
            <p:nvPr/>
          </p:nvSpPr>
          <p:spPr>
            <a:xfrm>
              <a:off x="5654468" y="2792535"/>
              <a:ext cx="299988" cy="676030"/>
            </a:xfrm>
            <a:custGeom>
              <a:avLst/>
              <a:gdLst/>
              <a:ahLst/>
              <a:cxnLst/>
              <a:rect l="l" t="t" r="r" b="b"/>
              <a:pathLst>
                <a:path w="299988" h="676030" extrusionOk="0">
                  <a:moveTo>
                    <a:pt x="274638" y="266187"/>
                  </a:moveTo>
                  <a:lnTo>
                    <a:pt x="169008" y="266187"/>
                  </a:lnTo>
                  <a:lnTo>
                    <a:pt x="169008" y="676030"/>
                  </a:lnTo>
                  <a:lnTo>
                    <a:pt x="76054" y="676030"/>
                  </a:lnTo>
                  <a:lnTo>
                    <a:pt x="76054" y="266187"/>
                  </a:lnTo>
                  <a:lnTo>
                    <a:pt x="0" y="266187"/>
                  </a:lnTo>
                  <a:lnTo>
                    <a:pt x="0" y="190133"/>
                  </a:lnTo>
                  <a:lnTo>
                    <a:pt x="76054" y="190133"/>
                  </a:lnTo>
                  <a:lnTo>
                    <a:pt x="76054" y="135206"/>
                  </a:lnTo>
                  <a:cubicBezTo>
                    <a:pt x="76054" y="46477"/>
                    <a:pt x="143657" y="0"/>
                    <a:pt x="219710" y="0"/>
                  </a:cubicBezTo>
                  <a:cubicBezTo>
                    <a:pt x="257737" y="0"/>
                    <a:pt x="287313" y="8450"/>
                    <a:pt x="299989" y="12676"/>
                  </a:cubicBezTo>
                  <a:lnTo>
                    <a:pt x="278863" y="88729"/>
                  </a:lnTo>
                  <a:cubicBezTo>
                    <a:pt x="270412" y="84504"/>
                    <a:pt x="257737" y="80279"/>
                    <a:pt x="236611" y="80279"/>
                  </a:cubicBezTo>
                  <a:cubicBezTo>
                    <a:pt x="190134" y="80279"/>
                    <a:pt x="173233" y="105630"/>
                    <a:pt x="173233" y="147882"/>
                  </a:cubicBezTo>
                  <a:lnTo>
                    <a:pt x="173233" y="190133"/>
                  </a:lnTo>
                  <a:lnTo>
                    <a:pt x="278863" y="190133"/>
                  </a:lnTo>
                  <a:lnTo>
                    <a:pt x="278863" y="2661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2" name="Google Shape;1522;p157"/>
            <p:cNvSpPr/>
            <p:nvPr/>
          </p:nvSpPr>
          <p:spPr>
            <a:xfrm>
              <a:off x="5984033" y="2978443"/>
              <a:ext cx="447870" cy="498572"/>
            </a:xfrm>
            <a:custGeom>
              <a:avLst/>
              <a:gdLst/>
              <a:ahLst/>
              <a:cxnLst/>
              <a:rect l="l" t="t" r="r" b="b"/>
              <a:pathLst>
                <a:path w="447870" h="498572" extrusionOk="0">
                  <a:moveTo>
                    <a:pt x="0" y="249286"/>
                  </a:moveTo>
                  <a:cubicBezTo>
                    <a:pt x="0" y="97179"/>
                    <a:pt x="88729" y="0"/>
                    <a:pt x="223935" y="0"/>
                  </a:cubicBezTo>
                  <a:cubicBezTo>
                    <a:pt x="359141" y="0"/>
                    <a:pt x="447870" y="101405"/>
                    <a:pt x="447870" y="249286"/>
                  </a:cubicBezTo>
                  <a:cubicBezTo>
                    <a:pt x="447870" y="397168"/>
                    <a:pt x="359141" y="498572"/>
                    <a:pt x="223935" y="498572"/>
                  </a:cubicBezTo>
                  <a:cubicBezTo>
                    <a:pt x="88729" y="498572"/>
                    <a:pt x="0" y="401393"/>
                    <a:pt x="0" y="249286"/>
                  </a:cubicBezTo>
                  <a:close/>
                  <a:moveTo>
                    <a:pt x="354916" y="249286"/>
                  </a:moveTo>
                  <a:cubicBezTo>
                    <a:pt x="354916" y="156332"/>
                    <a:pt x="312664" y="76053"/>
                    <a:pt x="223935" y="76053"/>
                  </a:cubicBezTo>
                  <a:cubicBezTo>
                    <a:pt x="135206" y="76053"/>
                    <a:pt x="92954" y="156332"/>
                    <a:pt x="92954" y="249286"/>
                  </a:cubicBezTo>
                  <a:cubicBezTo>
                    <a:pt x="92954" y="342240"/>
                    <a:pt x="135206" y="418294"/>
                    <a:pt x="223935" y="418294"/>
                  </a:cubicBezTo>
                  <a:cubicBezTo>
                    <a:pt x="312664" y="422519"/>
                    <a:pt x="354916" y="342240"/>
                    <a:pt x="354916" y="2492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3" name="Google Shape;1523;p157"/>
            <p:cNvSpPr/>
            <p:nvPr/>
          </p:nvSpPr>
          <p:spPr>
            <a:xfrm>
              <a:off x="6541758" y="2978443"/>
              <a:ext cx="401393" cy="490121"/>
            </a:xfrm>
            <a:custGeom>
              <a:avLst/>
              <a:gdLst/>
              <a:ahLst/>
              <a:cxnLst/>
              <a:rect l="l" t="t" r="r" b="b"/>
              <a:pathLst>
                <a:path w="401393" h="490121" extrusionOk="0">
                  <a:moveTo>
                    <a:pt x="92954" y="490122"/>
                  </a:moveTo>
                  <a:lnTo>
                    <a:pt x="0" y="490122"/>
                  </a:lnTo>
                  <a:lnTo>
                    <a:pt x="0" y="4225"/>
                  </a:lnTo>
                  <a:lnTo>
                    <a:pt x="88729" y="4225"/>
                  </a:lnTo>
                  <a:lnTo>
                    <a:pt x="88729" y="84504"/>
                  </a:lnTo>
                  <a:lnTo>
                    <a:pt x="92954" y="84504"/>
                  </a:lnTo>
                  <a:cubicBezTo>
                    <a:pt x="114080" y="33801"/>
                    <a:pt x="164783" y="0"/>
                    <a:pt x="236611" y="0"/>
                  </a:cubicBezTo>
                  <a:cubicBezTo>
                    <a:pt x="333790" y="0"/>
                    <a:pt x="401393" y="63378"/>
                    <a:pt x="401393" y="181683"/>
                  </a:cubicBezTo>
                  <a:lnTo>
                    <a:pt x="401393" y="490122"/>
                  </a:lnTo>
                  <a:lnTo>
                    <a:pt x="308439" y="490122"/>
                  </a:lnTo>
                  <a:lnTo>
                    <a:pt x="308439" y="194359"/>
                  </a:lnTo>
                  <a:cubicBezTo>
                    <a:pt x="308439" y="122530"/>
                    <a:pt x="270412" y="80279"/>
                    <a:pt x="207034" y="80279"/>
                  </a:cubicBezTo>
                  <a:cubicBezTo>
                    <a:pt x="139431" y="80279"/>
                    <a:pt x="92954" y="122530"/>
                    <a:pt x="92954" y="202809"/>
                  </a:cubicBezTo>
                  <a:lnTo>
                    <a:pt x="92954" y="4901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4" name="Google Shape;1524;p157"/>
            <p:cNvSpPr/>
            <p:nvPr/>
          </p:nvSpPr>
          <p:spPr>
            <a:xfrm>
              <a:off x="7048781" y="2974218"/>
              <a:ext cx="439419" cy="502797"/>
            </a:xfrm>
            <a:custGeom>
              <a:avLst/>
              <a:gdLst/>
              <a:ahLst/>
              <a:cxnLst/>
              <a:rect l="l" t="t" r="r" b="b"/>
              <a:pathLst>
                <a:path w="439419" h="502797" extrusionOk="0">
                  <a:moveTo>
                    <a:pt x="0" y="253511"/>
                  </a:moveTo>
                  <a:cubicBezTo>
                    <a:pt x="0" y="105630"/>
                    <a:pt x="88729" y="0"/>
                    <a:pt x="223935" y="0"/>
                  </a:cubicBezTo>
                  <a:cubicBezTo>
                    <a:pt x="333790" y="0"/>
                    <a:pt x="439420" y="67603"/>
                    <a:pt x="439420" y="245061"/>
                  </a:cubicBezTo>
                  <a:lnTo>
                    <a:pt x="439420" y="278862"/>
                  </a:lnTo>
                  <a:lnTo>
                    <a:pt x="97179" y="278862"/>
                  </a:lnTo>
                  <a:cubicBezTo>
                    <a:pt x="101405" y="371817"/>
                    <a:pt x="152107" y="422519"/>
                    <a:pt x="236611" y="422519"/>
                  </a:cubicBezTo>
                  <a:cubicBezTo>
                    <a:pt x="291538" y="422519"/>
                    <a:pt x="329565" y="397168"/>
                    <a:pt x="346466" y="354916"/>
                  </a:cubicBezTo>
                  <a:lnTo>
                    <a:pt x="435195" y="371817"/>
                  </a:lnTo>
                  <a:cubicBezTo>
                    <a:pt x="414069" y="452095"/>
                    <a:pt x="338016" y="502797"/>
                    <a:pt x="232386" y="502797"/>
                  </a:cubicBezTo>
                  <a:cubicBezTo>
                    <a:pt x="88729" y="502797"/>
                    <a:pt x="0" y="405618"/>
                    <a:pt x="0" y="253511"/>
                  </a:cubicBezTo>
                  <a:close/>
                  <a:moveTo>
                    <a:pt x="346466" y="211259"/>
                  </a:moveTo>
                  <a:cubicBezTo>
                    <a:pt x="346466" y="135206"/>
                    <a:pt x="299989" y="84504"/>
                    <a:pt x="223935" y="84504"/>
                  </a:cubicBezTo>
                  <a:cubicBezTo>
                    <a:pt x="147882" y="84504"/>
                    <a:pt x="97179" y="143656"/>
                    <a:pt x="92954" y="211259"/>
                  </a:cubicBezTo>
                  <a:lnTo>
                    <a:pt x="346466" y="2112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5" name="Google Shape;1525;p157"/>
            <p:cNvSpPr/>
            <p:nvPr/>
          </p:nvSpPr>
          <p:spPr>
            <a:xfrm>
              <a:off x="7589606" y="3333359"/>
              <a:ext cx="143656" cy="143656"/>
            </a:xfrm>
            <a:custGeom>
              <a:avLst/>
              <a:gdLst/>
              <a:ahLst/>
              <a:cxnLst/>
              <a:rect l="l" t="t" r="r" b="b"/>
              <a:pathLst>
                <a:path w="143656" h="143656" extrusionOk="0">
                  <a:moveTo>
                    <a:pt x="0" y="71828"/>
                  </a:moveTo>
                  <a:cubicBezTo>
                    <a:pt x="0" y="33802"/>
                    <a:pt x="33802" y="0"/>
                    <a:pt x="71828" y="0"/>
                  </a:cubicBezTo>
                  <a:cubicBezTo>
                    <a:pt x="109855" y="0"/>
                    <a:pt x="143657" y="33802"/>
                    <a:pt x="143657" y="71828"/>
                  </a:cubicBezTo>
                  <a:cubicBezTo>
                    <a:pt x="143657" y="109855"/>
                    <a:pt x="109855" y="143656"/>
                    <a:pt x="71828" y="143656"/>
                  </a:cubicBezTo>
                  <a:cubicBezTo>
                    <a:pt x="33802" y="139431"/>
                    <a:pt x="0" y="109855"/>
                    <a:pt x="0" y="718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28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iner 4">
  <p:cSld name="Container 4"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58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423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 Sony">
  <p:cSld name="TV Sony"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59"/>
          <p:cNvSpPr>
            <a:spLocks noGrp="1"/>
          </p:cNvSpPr>
          <p:nvPr>
            <p:ph type="pic" idx="2"/>
          </p:nvPr>
        </p:nvSpPr>
        <p:spPr>
          <a:xfrm>
            <a:off x="-264319" y="835818"/>
            <a:ext cx="5693700" cy="320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62000" tIns="162000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692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osition Mockups">
  <p:cSld name="Composition Mockups"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60"/>
          <p:cNvSpPr>
            <a:spLocks noGrp="1"/>
          </p:cNvSpPr>
          <p:nvPr>
            <p:ph type="pic" idx="2"/>
          </p:nvPr>
        </p:nvSpPr>
        <p:spPr>
          <a:xfrm>
            <a:off x="5420678" y="1474773"/>
            <a:ext cx="3861600" cy="288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62000" tIns="162000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2" name="Google Shape;1532;p160"/>
          <p:cNvSpPr>
            <a:spLocks noGrp="1"/>
          </p:cNvSpPr>
          <p:nvPr>
            <p:ph type="pic" idx="3"/>
          </p:nvPr>
        </p:nvSpPr>
        <p:spPr>
          <a:xfrm>
            <a:off x="1215866" y="3169352"/>
            <a:ext cx="639600" cy="79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54000" tIns="243000" rIns="54000" bIns="54000" anchor="t" anchorCtr="0">
            <a:noAutofit/>
          </a:bodyPr>
          <a:lstStyle>
            <a:lvl1pPr marR="0" lvl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3" name="Google Shape;1533;p160"/>
          <p:cNvSpPr>
            <a:spLocks noGrp="1"/>
          </p:cNvSpPr>
          <p:nvPr>
            <p:ph type="pic" idx="4"/>
          </p:nvPr>
        </p:nvSpPr>
        <p:spPr>
          <a:xfrm>
            <a:off x="2863702" y="1690693"/>
            <a:ext cx="1262700" cy="274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9000" tIns="270000" rIns="68575" bIns="6750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640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2">
  <p:cSld name="Team 2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61"/>
          <p:cNvSpPr>
            <a:spLocks noGrp="1"/>
          </p:cNvSpPr>
          <p:nvPr>
            <p:ph type="pic" idx="2"/>
          </p:nvPr>
        </p:nvSpPr>
        <p:spPr>
          <a:xfrm>
            <a:off x="1025816" y="1760219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6" name="Google Shape;1536;p161"/>
          <p:cNvSpPr>
            <a:spLocks noGrp="1"/>
          </p:cNvSpPr>
          <p:nvPr>
            <p:ph type="pic" idx="3"/>
          </p:nvPr>
        </p:nvSpPr>
        <p:spPr>
          <a:xfrm>
            <a:off x="3582328" y="1760219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7" name="Google Shape;1537;p161"/>
          <p:cNvSpPr>
            <a:spLocks noGrp="1"/>
          </p:cNvSpPr>
          <p:nvPr>
            <p:ph type="pic" idx="4"/>
          </p:nvPr>
        </p:nvSpPr>
        <p:spPr>
          <a:xfrm>
            <a:off x="6142648" y="1760219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8" name="Google Shape;1538;p161"/>
          <p:cNvSpPr>
            <a:spLocks noGrp="1"/>
          </p:cNvSpPr>
          <p:nvPr>
            <p:ph type="pic" idx="5"/>
          </p:nvPr>
        </p:nvSpPr>
        <p:spPr>
          <a:xfrm>
            <a:off x="1025816" y="2732812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39" name="Google Shape;1539;p161"/>
          <p:cNvSpPr>
            <a:spLocks noGrp="1"/>
          </p:cNvSpPr>
          <p:nvPr>
            <p:ph type="pic" idx="6"/>
          </p:nvPr>
        </p:nvSpPr>
        <p:spPr>
          <a:xfrm>
            <a:off x="3582328" y="2732812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40" name="Google Shape;1540;p161"/>
          <p:cNvSpPr>
            <a:spLocks noGrp="1"/>
          </p:cNvSpPr>
          <p:nvPr>
            <p:ph type="pic" idx="7"/>
          </p:nvPr>
        </p:nvSpPr>
        <p:spPr>
          <a:xfrm>
            <a:off x="6142648" y="2732812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41" name="Google Shape;1541;p161"/>
          <p:cNvSpPr>
            <a:spLocks noGrp="1"/>
          </p:cNvSpPr>
          <p:nvPr>
            <p:ph type="pic" idx="8"/>
          </p:nvPr>
        </p:nvSpPr>
        <p:spPr>
          <a:xfrm>
            <a:off x="1025816" y="3746256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42" name="Google Shape;1542;p161"/>
          <p:cNvSpPr>
            <a:spLocks noGrp="1"/>
          </p:cNvSpPr>
          <p:nvPr>
            <p:ph type="pic" idx="9"/>
          </p:nvPr>
        </p:nvSpPr>
        <p:spPr>
          <a:xfrm>
            <a:off x="3582328" y="3746256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43" name="Google Shape;1543;p161"/>
          <p:cNvSpPr>
            <a:spLocks noGrp="1"/>
          </p:cNvSpPr>
          <p:nvPr>
            <p:ph type="pic" idx="13"/>
          </p:nvPr>
        </p:nvSpPr>
        <p:spPr>
          <a:xfrm>
            <a:off x="6142648" y="3746256"/>
            <a:ext cx="654600" cy="65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061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page guides" type="blank">
  <p:cSld name="Half page guides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264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63"/>
          <p:cNvSpPr/>
          <p:nvPr/>
        </p:nvSpPr>
        <p:spPr>
          <a:xfrm>
            <a:off x="1" y="1"/>
            <a:ext cx="2848200" cy="51513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9630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/3">
  <p:cSld name="2/3"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231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62">
          <p15:clr>
            <a:srgbClr val="FBAE40"/>
          </p15:clr>
        </p15:guide>
        <p15:guide id="2" pos="204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ection vertical">
  <p:cSld name="Three section vertical"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horizontal guides">
  <p:cSld name="Three horizontal guides"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321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98">
          <p15:clr>
            <a:srgbClr val="FBAE40"/>
          </p15:clr>
        </p15:guide>
        <p15:guide id="2" pos="346">
          <p15:clr>
            <a:srgbClr val="FBAE40"/>
          </p15:clr>
        </p15:guide>
        <p15:guide id="3" orient="horz" pos="2215">
          <p15:clr>
            <a:srgbClr val="FBAE40"/>
          </p15:clr>
        </p15:guide>
        <p15:guide id="4" orient="horz" pos="1518">
          <p15:clr>
            <a:srgbClr val="FBAE40"/>
          </p15:clr>
        </p15:guide>
        <p15:guide id="5" orient="horz" pos="70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2">
  <p:cSld name="Titre de section et description 2"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67"/>
          <p:cNvSpPr/>
          <p:nvPr/>
        </p:nvSpPr>
        <p:spPr>
          <a:xfrm>
            <a:off x="6095700" y="0"/>
            <a:ext cx="3048300" cy="5143500"/>
          </a:xfrm>
          <a:prstGeom prst="rect">
            <a:avLst/>
          </a:prstGeom>
          <a:solidFill>
            <a:srgbClr val="274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11E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2" name="Google Shape;1552;p167"/>
          <p:cNvSpPr txBox="1">
            <a:spLocks noGrp="1"/>
          </p:cNvSpPr>
          <p:nvPr>
            <p:ph type="title"/>
          </p:nvPr>
        </p:nvSpPr>
        <p:spPr>
          <a:xfrm>
            <a:off x="1293625" y="1233175"/>
            <a:ext cx="30171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●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○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Char char="■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553" name="Google Shape;1553;p1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54" name="Google Shape;1554;p167"/>
          <p:cNvSpPr txBox="1">
            <a:spLocks noGrp="1"/>
          </p:cNvSpPr>
          <p:nvPr>
            <p:ph type="subTitle" idx="1"/>
          </p:nvPr>
        </p:nvSpPr>
        <p:spPr>
          <a:xfrm>
            <a:off x="6539850" y="1233175"/>
            <a:ext cx="2160000" cy="28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55" name="Google Shape;1555;p167"/>
          <p:cNvSpPr txBox="1">
            <a:spLocks noGrp="1"/>
          </p:cNvSpPr>
          <p:nvPr>
            <p:ph type="subTitle" idx="2"/>
          </p:nvPr>
        </p:nvSpPr>
        <p:spPr>
          <a:xfrm>
            <a:off x="1309125" y="2246400"/>
            <a:ext cx="2873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Montserrat SemiBold"/>
              <a:buNone/>
              <a:defRPr sz="11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556" name="Google Shape;1556;p167"/>
          <p:cNvSpPr>
            <a:spLocks noGrp="1"/>
          </p:cNvSpPr>
          <p:nvPr>
            <p:ph type="pic" idx="3"/>
          </p:nvPr>
        </p:nvSpPr>
        <p:spPr>
          <a:xfrm>
            <a:off x="1293625" y="2804825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57" name="Google Shape;1557;p167"/>
          <p:cNvSpPr>
            <a:spLocks noGrp="1"/>
          </p:cNvSpPr>
          <p:nvPr>
            <p:ph type="pic" idx="4"/>
          </p:nvPr>
        </p:nvSpPr>
        <p:spPr>
          <a:xfrm>
            <a:off x="2474600" y="2804825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58" name="Google Shape;1558;p167"/>
          <p:cNvSpPr>
            <a:spLocks noGrp="1"/>
          </p:cNvSpPr>
          <p:nvPr>
            <p:ph type="pic" idx="5"/>
          </p:nvPr>
        </p:nvSpPr>
        <p:spPr>
          <a:xfrm>
            <a:off x="3655575" y="2804825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59" name="Google Shape;1559;p167"/>
          <p:cNvSpPr>
            <a:spLocks noGrp="1"/>
          </p:cNvSpPr>
          <p:nvPr>
            <p:ph type="pic" idx="6"/>
          </p:nvPr>
        </p:nvSpPr>
        <p:spPr>
          <a:xfrm>
            <a:off x="1293625" y="3353041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60" name="Google Shape;1560;p167"/>
          <p:cNvSpPr>
            <a:spLocks noGrp="1"/>
          </p:cNvSpPr>
          <p:nvPr>
            <p:ph type="pic" idx="7"/>
          </p:nvPr>
        </p:nvSpPr>
        <p:spPr>
          <a:xfrm>
            <a:off x="2474600" y="3353041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61" name="Google Shape;1561;p167"/>
          <p:cNvSpPr>
            <a:spLocks noGrp="1"/>
          </p:cNvSpPr>
          <p:nvPr>
            <p:ph type="pic" idx="8"/>
          </p:nvPr>
        </p:nvSpPr>
        <p:spPr>
          <a:xfrm>
            <a:off x="3655575" y="3353041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62" name="Google Shape;1562;p167"/>
          <p:cNvSpPr>
            <a:spLocks noGrp="1"/>
          </p:cNvSpPr>
          <p:nvPr>
            <p:ph type="pic" idx="9"/>
          </p:nvPr>
        </p:nvSpPr>
        <p:spPr>
          <a:xfrm>
            <a:off x="1293625" y="3901257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63" name="Google Shape;1563;p167"/>
          <p:cNvSpPr>
            <a:spLocks noGrp="1"/>
          </p:cNvSpPr>
          <p:nvPr>
            <p:ph type="pic" idx="13"/>
          </p:nvPr>
        </p:nvSpPr>
        <p:spPr>
          <a:xfrm>
            <a:off x="2474600" y="3901257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64" name="Google Shape;1564;p167"/>
          <p:cNvSpPr>
            <a:spLocks noGrp="1"/>
          </p:cNvSpPr>
          <p:nvPr>
            <p:ph type="pic" idx="14"/>
          </p:nvPr>
        </p:nvSpPr>
        <p:spPr>
          <a:xfrm>
            <a:off x="3655575" y="3901257"/>
            <a:ext cx="1017900" cy="36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70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 1 1">
  <p:cSld name="White slide 1 1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68"/>
          <p:cNvSpPr/>
          <p:nvPr/>
        </p:nvSpPr>
        <p:spPr>
          <a:xfrm>
            <a:off x="6346200" y="0"/>
            <a:ext cx="2797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attrocento Sans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7" name="Google Shape;1567;p1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buNone/>
              <a:defRPr sz="1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68" name="Google Shape;1568;p168"/>
          <p:cNvSpPr txBox="1">
            <a:spLocks noGrp="1"/>
          </p:cNvSpPr>
          <p:nvPr>
            <p:ph type="ctrTitle"/>
          </p:nvPr>
        </p:nvSpPr>
        <p:spPr>
          <a:xfrm>
            <a:off x="810000" y="1212075"/>
            <a:ext cx="33729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569" name="Google Shape;1569;p168"/>
          <p:cNvSpPr txBox="1">
            <a:spLocks noGrp="1"/>
          </p:cNvSpPr>
          <p:nvPr>
            <p:ph type="subTitle" idx="1"/>
          </p:nvPr>
        </p:nvSpPr>
        <p:spPr>
          <a:xfrm>
            <a:off x="810000" y="2390775"/>
            <a:ext cx="2889300" cy="18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70" name="Google Shape;1570;p168"/>
          <p:cNvPicPr preferRelativeResize="0"/>
          <p:nvPr/>
        </p:nvPicPr>
        <p:blipFill rotWithShape="1">
          <a:blip r:embed="rId2">
            <a:alphaModFix/>
          </a:blip>
          <a:srcRect r="-2785" b="-1926"/>
          <a:stretch/>
        </p:blipFill>
        <p:spPr>
          <a:xfrm>
            <a:off x="4182975" y="1070520"/>
            <a:ext cx="5155701" cy="30024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68"/>
          <p:cNvSpPr>
            <a:spLocks noGrp="1"/>
          </p:cNvSpPr>
          <p:nvPr>
            <p:ph type="pic" idx="2"/>
          </p:nvPr>
        </p:nvSpPr>
        <p:spPr>
          <a:xfrm>
            <a:off x="4765850" y="1212075"/>
            <a:ext cx="3826500" cy="24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21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0000" y="540000"/>
            <a:ext cx="37620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 SemiBold"/>
              <a:buNone/>
              <a:defRPr sz="2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0000" y="1358875"/>
            <a:ext cx="7040400" cy="3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0000" bIns="91425" anchor="t" anchorCtr="0">
            <a:normAutofit/>
          </a:bodyPr>
          <a:lstStyle>
            <a:lvl1pPr marL="45720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●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○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■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●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○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■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●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○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PT Sans"/>
              <a:buChar char="■"/>
              <a:defRPr sz="900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0" r:id="rId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510">
          <p15:clr>
            <a:srgbClr val="EA4335"/>
          </p15:clr>
        </p15:guide>
        <p15:guide id="3" pos="815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878">
          <p15:clr>
            <a:srgbClr val="EA4335"/>
          </p15:clr>
        </p15:guide>
        <p15:guide id="7" pos="2635">
          <p15:clr>
            <a:srgbClr val="EA4335"/>
          </p15:clr>
        </p15:guide>
        <p15:guide id="8" pos="3125">
          <p15:clr>
            <a:srgbClr val="EA4335"/>
          </p15:clr>
        </p15:guide>
        <p15:guide id="9" pos="5250">
          <p15:clr>
            <a:srgbClr val="EA4335"/>
          </p15:clr>
        </p15:guide>
        <p15:guide id="10" pos="4945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0738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65">
          <p15:clr>
            <a:srgbClr val="F26B43"/>
          </p15:clr>
        </p15:guide>
        <p15:guide id="2" pos="7015">
          <p15:clr>
            <a:srgbClr val="F26B43"/>
          </p15:clr>
        </p15:guide>
        <p15:guide id="3" pos="3840">
          <p15:clr>
            <a:srgbClr val="F26B43"/>
          </p15:clr>
        </p15:guide>
        <p15:guide id="4" pos="1073">
          <p15:clr>
            <a:srgbClr val="F26B43"/>
          </p15:clr>
        </p15:guide>
        <p15:guide id="5" pos="6607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orient="horz" pos="3861">
          <p15:clr>
            <a:srgbClr val="F26B43"/>
          </p15:clr>
        </p15:guide>
        <p15:guide id="8" pos="3521">
          <p15:clr>
            <a:srgbClr val="F26B43"/>
          </p15:clr>
        </p15:guide>
        <p15:guide id="9" pos="415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414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99">
          <p15:clr>
            <a:srgbClr val="F26B43"/>
          </p15:clr>
        </p15:guide>
        <p15:guide id="2" pos="5261">
          <p15:clr>
            <a:srgbClr val="F26B43"/>
          </p15:clr>
        </p15:guide>
        <p15:guide id="3" pos="2880">
          <p15:clr>
            <a:srgbClr val="F26B43"/>
          </p15:clr>
        </p15:guide>
        <p15:guide id="4" pos="805">
          <p15:clr>
            <a:srgbClr val="F26B43"/>
          </p15:clr>
        </p15:guide>
        <p15:guide id="5" pos="4955">
          <p15:clr>
            <a:srgbClr val="F26B43"/>
          </p15:clr>
        </p15:guide>
        <p15:guide id="6" orient="horz" pos="344">
          <p15:clr>
            <a:srgbClr val="F26B43"/>
          </p15:clr>
        </p15:guide>
        <p15:guide id="7" orient="horz" pos="2896">
          <p15:clr>
            <a:srgbClr val="F26B43"/>
          </p15:clr>
        </p15:guide>
        <p15:guide id="8" pos="2641">
          <p15:clr>
            <a:srgbClr val="F26B43"/>
          </p15:clr>
        </p15:guide>
        <p15:guide id="9" pos="31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9" Type="http://schemas.openxmlformats.org/officeDocument/2006/relationships/image" Target="../media/image57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42" Type="http://schemas.openxmlformats.org/officeDocument/2006/relationships/image" Target="../media/image60.png"/><Relationship Id="rId47" Type="http://schemas.openxmlformats.org/officeDocument/2006/relationships/image" Target="../media/image65.png"/><Relationship Id="rId50" Type="http://schemas.openxmlformats.org/officeDocument/2006/relationships/image" Target="../media/image6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4.png"/><Relationship Id="rId29" Type="http://schemas.openxmlformats.org/officeDocument/2006/relationships/image" Target="../media/image47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45" Type="http://schemas.openxmlformats.org/officeDocument/2006/relationships/image" Target="../media/image63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49" Type="http://schemas.openxmlformats.org/officeDocument/2006/relationships/image" Target="../media/image67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4" Type="http://schemas.openxmlformats.org/officeDocument/2006/relationships/image" Target="../media/image62.png"/><Relationship Id="rId52" Type="http://schemas.openxmlformats.org/officeDocument/2006/relationships/image" Target="../media/image7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43" Type="http://schemas.openxmlformats.org/officeDocument/2006/relationships/image" Target="../media/image61.png"/><Relationship Id="rId48" Type="http://schemas.openxmlformats.org/officeDocument/2006/relationships/image" Target="../media/image66.png"/><Relationship Id="rId8" Type="http://schemas.openxmlformats.org/officeDocument/2006/relationships/image" Target="../media/image26.png"/><Relationship Id="rId51" Type="http://schemas.openxmlformats.org/officeDocument/2006/relationships/image" Target="../media/image69.png"/><Relationship Id="rId3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Relationship Id="rId46" Type="http://schemas.openxmlformats.org/officeDocument/2006/relationships/image" Target="../media/image64.png"/><Relationship Id="rId20" Type="http://schemas.openxmlformats.org/officeDocument/2006/relationships/image" Target="../media/image38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34" Type="http://schemas.openxmlformats.org/officeDocument/2006/relationships/image" Target="../media/image10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openxmlformats.org/officeDocument/2006/relationships/image" Target="../media/image10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Relationship Id="rId8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282C991D-3AC0-5581-67EA-A67BCBF82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31B4D485-5F5E-38E9-F6AE-42908C5BA8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656" r="17879"/>
          <a:stretch/>
        </p:blipFill>
        <p:spPr>
          <a:xfrm flipH="1" flipV="1">
            <a:off x="1" y="4155716"/>
            <a:ext cx="8692850" cy="1270695"/>
          </a:xfrm>
          <a:prstGeom prst="rect">
            <a:avLst/>
          </a:prstGeom>
        </p:spPr>
      </p:pic>
      <p:pic>
        <p:nvPicPr>
          <p:cNvPr id="6" name="Picture 5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847A1F72-C252-E93A-97EB-4771218D4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47" r="65993"/>
          <a:stretch/>
        </p:blipFill>
        <p:spPr>
          <a:xfrm rot="10800000" flipH="1" flipV="1">
            <a:off x="5553605" y="2"/>
            <a:ext cx="3599811" cy="3306393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7EB11FC0-AAB9-6252-5ADD-8ACDF8192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06" y="1842610"/>
            <a:ext cx="4305298" cy="1031051"/>
          </a:xfrm>
          <a:prstGeom prst="rect">
            <a:avLst/>
          </a:prstGeom>
        </p:spPr>
        <p:txBody>
          <a:bodyPr spcFirstLastPara="1" vert="horz" wrap="square" lIns="0" tIns="15240" rIns="0" bIns="0" rtlCol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fr-FR" sz="3000" dirty="0">
                <a:solidFill>
                  <a:srgbClr val="57ED7D"/>
                </a:solidFill>
                <a:latin typeface="Montserrat SemiBold" pitchFamily="2" charset="77"/>
              </a:rPr>
              <a:t>Dynamic Forms</a:t>
            </a:r>
            <a:br>
              <a:rPr lang="fr-FR" sz="3000" dirty="0">
                <a:solidFill>
                  <a:srgbClr val="FFFFFF"/>
                </a:solidFill>
                <a:latin typeface="Montserrat SemiBold" pitchFamily="2" charset="77"/>
              </a:rPr>
            </a:br>
            <a:r>
              <a:rPr lang="fr-FR" sz="3000" dirty="0">
                <a:solidFill>
                  <a:srgbClr val="FFFFFF"/>
                </a:solidFill>
                <a:latin typeface="Montserrat SemiBold" pitchFamily="2" charset="77"/>
              </a:rPr>
              <a:t>by 2B3</a:t>
            </a:r>
            <a:endParaRPr sz="3000" dirty="0">
              <a:solidFill>
                <a:srgbClr val="57ED7D"/>
              </a:solidFill>
              <a:latin typeface="Montserrat Medium" pitchFamily="2" charset="77"/>
            </a:endParaRPr>
          </a:p>
        </p:txBody>
      </p:sp>
      <p:pic>
        <p:nvPicPr>
          <p:cNvPr id="10" name="Picture 9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8E8876D6-E625-6C70-04A7-52FDB6AC19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0973" y="959727"/>
            <a:ext cx="2138650" cy="503212"/>
          </a:xfrm>
          <a:prstGeom prst="rect">
            <a:avLst/>
          </a:prstGeom>
        </p:spPr>
      </p:pic>
      <p:sp>
        <p:nvSpPr>
          <p:cNvPr id="12" name="Google Shape;9639;p425">
            <a:extLst>
              <a:ext uri="{FF2B5EF4-FFF2-40B4-BE49-F238E27FC236}">
                <a16:creationId xmlns:a16="http://schemas.microsoft.com/office/drawing/2014/main" id="{C73EE212-4F07-5789-E3B0-1FE3E05E4512}"/>
              </a:ext>
            </a:extLst>
          </p:cNvPr>
          <p:cNvSpPr txBox="1"/>
          <p:nvPr/>
        </p:nvSpPr>
        <p:spPr>
          <a:xfrm>
            <a:off x="875406" y="3253332"/>
            <a:ext cx="3209556" cy="33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rgbClr val="111E30"/>
              </a:buClr>
              <a:buSzPts val="1100"/>
            </a:pPr>
            <a:r>
              <a:rPr lang="en-GB" dirty="0" err="1">
                <a:solidFill>
                  <a:srgbClr val="FFFFFF"/>
                </a:solidFill>
                <a:latin typeface="Montserrat Medium"/>
                <a:ea typeface="PT Sans"/>
                <a:cs typeface="PT Sans"/>
                <a:sym typeface="PT Sans"/>
              </a:rPr>
              <a:t>Hackaton</a:t>
            </a:r>
            <a:r>
              <a:rPr lang="en-GB" dirty="0">
                <a:solidFill>
                  <a:srgbClr val="FFFFFF"/>
                </a:solidFill>
                <a:latin typeface="Montserrat Medium"/>
                <a:ea typeface="PT Sans"/>
                <a:cs typeface="PT Sans"/>
                <a:sym typeface="PT Sans"/>
              </a:rPr>
              <a:t> 2025 | Internal</a:t>
            </a:r>
          </a:p>
        </p:txBody>
      </p:sp>
    </p:spTree>
    <p:extLst>
      <p:ext uri="{BB962C8B-B14F-4D97-AF65-F5344CB8AC3E}">
        <p14:creationId xmlns:p14="http://schemas.microsoft.com/office/powerpoint/2010/main" val="328337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EB22-0C3A-B9B8-88BA-34B3C7AB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32C1B64-B9B9-7055-18A5-80AB0E00AB68}"/>
              </a:ext>
            </a:extLst>
          </p:cNvPr>
          <p:cNvSpPr/>
          <p:nvPr/>
        </p:nvSpPr>
        <p:spPr>
          <a:xfrm>
            <a:off x="-85063" y="0"/>
            <a:ext cx="3252806" cy="5143500"/>
          </a:xfrm>
          <a:custGeom>
            <a:avLst/>
            <a:gdLst/>
            <a:ahLst/>
            <a:cxnLst/>
            <a:rect l="l" t="t" r="r" b="b"/>
            <a:pathLst>
              <a:path w="3048635" h="5143500">
                <a:moveTo>
                  <a:pt x="3048299" y="0"/>
                </a:moveTo>
                <a:lnTo>
                  <a:pt x="0" y="0"/>
                </a:lnTo>
                <a:lnTo>
                  <a:pt x="0" y="5143500"/>
                </a:lnTo>
                <a:lnTo>
                  <a:pt x="3048299" y="5143500"/>
                </a:lnTo>
                <a:lnTo>
                  <a:pt x="3048299" y="0"/>
                </a:lnTo>
                <a:close/>
              </a:path>
            </a:pathLst>
          </a:custGeom>
          <a:solidFill>
            <a:srgbClr val="1A2B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B29C087-BB2E-1499-6ACE-B739BD4AF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39" y="1637616"/>
            <a:ext cx="2323318" cy="410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2500" b="1" dirty="0">
                <a:solidFill>
                  <a:srgbClr val="57ED7D"/>
                </a:solidFill>
                <a:latin typeface="Montserrat SemiBold" pitchFamily="2" charset="77"/>
              </a:rPr>
              <a:t>Plan</a:t>
            </a:r>
            <a:endParaRPr lang="en-GB" sz="25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CBCBDC3-B598-9B0B-4299-0B6FBA248AF8}"/>
              </a:ext>
            </a:extLst>
          </p:cNvPr>
          <p:cNvSpPr txBox="1"/>
          <p:nvPr/>
        </p:nvSpPr>
        <p:spPr>
          <a:xfrm>
            <a:off x="3705345" y="903601"/>
            <a:ext cx="4308124" cy="315855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noProof="0" dirty="0">
                <a:solidFill>
                  <a:schemeClr val="bg1"/>
                </a:solidFill>
                <a:latin typeface="PT Sans" panose="020B0503020203020204" pitchFamily="34" charset="77"/>
                <a:cs typeface="Calibri"/>
              </a:rPr>
              <a:t>Welcome to the Lemonway PowerPoint template! Here are some quick links to different types of slides:</a:t>
            </a:r>
          </a:p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sz="1300" b="1" noProof="0" dirty="0">
                <a:solidFill>
                  <a:schemeClr val="bg2"/>
                </a:solidFill>
                <a:latin typeface="Montserrat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</a:t>
            </a:r>
            <a:endParaRPr lang="en-GB" sz="1300" b="1" noProof="0" dirty="0">
              <a:solidFill>
                <a:schemeClr val="bg2"/>
              </a:solidFill>
              <a:latin typeface="Montserrat"/>
              <a:cs typeface="Calibri"/>
            </a:endParaRPr>
          </a:p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sz="1300" b="1" dirty="0">
                <a:solidFill>
                  <a:schemeClr val="bg2"/>
                </a:solidFill>
                <a:latin typeface="Montserrat"/>
                <a:cs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features</a:t>
            </a:r>
            <a:endParaRPr lang="en-GB" sz="1300" b="1" dirty="0">
              <a:solidFill>
                <a:schemeClr val="bg2"/>
              </a:solidFill>
              <a:latin typeface="Montserrat"/>
              <a:cs typeface="Calibri"/>
            </a:endParaRPr>
          </a:p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sz="1300" b="1" noProof="0" dirty="0">
                <a:solidFill>
                  <a:schemeClr val="bg2"/>
                </a:solidFill>
                <a:latin typeface="Montserrat"/>
                <a:cs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Implementation</a:t>
            </a:r>
            <a:endParaRPr lang="en-GB" sz="1300" b="1" noProof="0" dirty="0">
              <a:solidFill>
                <a:schemeClr val="bg2"/>
              </a:solidFill>
              <a:latin typeface="Montserrat"/>
              <a:cs typeface="Calibri"/>
            </a:endParaRPr>
          </a:p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sz="1300" b="1" dirty="0">
                <a:solidFill>
                  <a:schemeClr val="bg2"/>
                </a:solidFill>
                <a:latin typeface="Montserrat"/>
                <a:cs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GB" sz="1300" b="1" dirty="0">
              <a:solidFill>
                <a:schemeClr val="bg2"/>
              </a:solidFill>
              <a:latin typeface="Montserrat"/>
              <a:cs typeface="Calibri"/>
            </a:endParaRPr>
          </a:p>
          <a:p>
            <a:pPr marL="9525">
              <a:lnSpc>
                <a:spcPct val="105000"/>
              </a:lnSpc>
              <a:spcAft>
                <a:spcPts val="2600"/>
              </a:spcAft>
              <a:buSzPct val="150000"/>
              <a:tabLst>
                <a:tab pos="365125" algn="l"/>
              </a:tabLst>
            </a:pPr>
            <a:r>
              <a:rPr lang="en-GB" sz="1300" b="1" noProof="0" dirty="0">
                <a:solidFill>
                  <a:schemeClr val="bg2"/>
                </a:solidFill>
                <a:latin typeface="Montserrat"/>
                <a:cs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Q&amp;A</a:t>
            </a:r>
            <a:endParaRPr lang="en-GB" sz="1200" noProof="0" dirty="0">
              <a:solidFill>
                <a:schemeClr val="bg2"/>
              </a:solidFill>
              <a:latin typeface="Montserrat Medium" pitchFamily="2" charset="77"/>
              <a:cs typeface="Calibri"/>
            </a:endParaRPr>
          </a:p>
        </p:txBody>
      </p:sp>
      <p:pic>
        <p:nvPicPr>
          <p:cNvPr id="7" name="Picture 6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DCAD31E7-8B19-ACC9-DD73-93EE53830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32916" r="62898"/>
          <a:stretch>
            <a:fillRect/>
          </a:stretch>
        </p:blipFill>
        <p:spPr>
          <a:xfrm flipH="1" flipV="1">
            <a:off x="-85063" y="2974946"/>
            <a:ext cx="286092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4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ABAC-FA68-9961-6D03-9E179299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B94A4AAA-2F65-CE91-6875-DEE4E3AD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9502EB26-C262-0259-7FA5-054A209351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56" r="17879"/>
          <a:stretch/>
        </p:blipFill>
        <p:spPr>
          <a:xfrm flipH="1" flipV="1">
            <a:off x="-9415" y="3872804"/>
            <a:ext cx="8692850" cy="127069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9B2539D-C8F1-C1A8-CF4F-F54AF67C4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787" y="1790588"/>
            <a:ext cx="4506865" cy="412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2500" b="1" spc="100" dirty="0">
                <a:solidFill>
                  <a:srgbClr val="FFFFFF"/>
                </a:solidFill>
                <a:latin typeface="Montserrat SemiBold" pitchFamily="2" charset="77"/>
              </a:rPr>
              <a:t>Introduction</a:t>
            </a:r>
            <a:endParaRPr sz="2200" dirty="0">
              <a:solidFill>
                <a:srgbClr val="57ED7D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2308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06B06F8-F070-5294-FD94-6B90F045D5F8}"/>
              </a:ext>
            </a:extLst>
          </p:cNvPr>
          <p:cNvGrpSpPr/>
          <p:nvPr/>
        </p:nvGrpSpPr>
        <p:grpSpPr>
          <a:xfrm>
            <a:off x="792035" y="1861607"/>
            <a:ext cx="7633836" cy="1802524"/>
            <a:chOff x="1077516" y="1397800"/>
            <a:chExt cx="7633836" cy="18025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CAC07C-186F-CF8C-941D-F87ECE887E09}"/>
                </a:ext>
              </a:extLst>
            </p:cNvPr>
            <p:cNvGrpSpPr/>
            <p:nvPr/>
          </p:nvGrpSpPr>
          <p:grpSpPr>
            <a:xfrm>
              <a:off x="1077516" y="1402085"/>
              <a:ext cx="2376000" cy="1714250"/>
              <a:chOff x="1077516" y="1402085"/>
              <a:chExt cx="2376000" cy="1714250"/>
            </a:xfrm>
          </p:grpSpPr>
          <p:sp>
            <p:nvSpPr>
              <p:cNvPr id="9681" name="Google Shape;9681;p427"/>
              <p:cNvSpPr txBox="1"/>
              <p:nvPr/>
            </p:nvSpPr>
            <p:spPr>
              <a:xfrm>
                <a:off x="1077516" y="2420819"/>
                <a:ext cx="237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Forms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2" name="Google Shape;9682;p427"/>
              <p:cNvSpPr txBox="1"/>
              <p:nvPr/>
            </p:nvSpPr>
            <p:spPr>
              <a:xfrm>
                <a:off x="1203516" y="2688526"/>
                <a:ext cx="2124000" cy="4278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en-US" sz="1000" dirty="0">
                    <a:solidFill>
                      <a:srgbClr val="444444"/>
                    </a:solidFill>
                    <a:latin typeface="PT Sans"/>
                  </a:rPr>
                  <a:t>Co</a:t>
                </a:r>
                <a:r>
                  <a:rPr lang="en-US" sz="1000" noProof="0" dirty="0" err="1">
                    <a:solidFill>
                      <a:srgbClr val="444444"/>
                    </a:solidFill>
                    <a:latin typeface="PT Sans"/>
                  </a:rPr>
                  <a:t>llect</a:t>
                </a:r>
                <a:r>
                  <a:rPr lang="en-US" sz="1000" noProof="0" dirty="0">
                    <a:solidFill>
                      <a:srgbClr val="444444"/>
                    </a:solidFill>
                    <a:latin typeface="PT Sans"/>
                  </a:rPr>
                  <a:t> specific information before payment page</a:t>
                </a: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.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</a:endParaRP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E5C3DD9-E1F5-CEC9-796E-F68A64393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1905516" y="1402085"/>
                <a:ext cx="720000" cy="711429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9C801D-7163-2219-D7E6-62B5AC92F964}"/>
                </a:ext>
              </a:extLst>
            </p:cNvPr>
            <p:cNvGrpSpPr/>
            <p:nvPr/>
          </p:nvGrpSpPr>
          <p:grpSpPr>
            <a:xfrm>
              <a:off x="3790350" y="1397800"/>
              <a:ext cx="2286972" cy="1718535"/>
              <a:chOff x="3773156" y="1397800"/>
              <a:chExt cx="2286972" cy="1718535"/>
            </a:xfrm>
          </p:grpSpPr>
          <p:sp>
            <p:nvSpPr>
              <p:cNvPr id="9683" name="Google Shape;9683;p427"/>
              <p:cNvSpPr txBox="1"/>
              <p:nvPr/>
            </p:nvSpPr>
            <p:spPr>
              <a:xfrm>
                <a:off x="3773156" y="2433935"/>
                <a:ext cx="228697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 err="1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Customizable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4" name="Google Shape;9684;p427"/>
              <p:cNvSpPr txBox="1"/>
              <p:nvPr/>
            </p:nvSpPr>
            <p:spPr>
              <a:xfrm>
                <a:off x="3854642" y="2688526"/>
                <a:ext cx="2124000" cy="4278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en-US" sz="1000" dirty="0">
                    <a:solidFill>
                      <a:srgbClr val="444444"/>
                    </a:solidFill>
                    <a:latin typeface="PT Sans"/>
                  </a:rPr>
                  <a:t>P</a:t>
                </a:r>
                <a:r>
                  <a:rPr lang="en-US" sz="1000" noProof="0" dirty="0" err="1">
                    <a:solidFill>
                      <a:srgbClr val="444444"/>
                    </a:solidFill>
                    <a:latin typeface="PT Sans"/>
                  </a:rPr>
                  <a:t>artners</a:t>
                </a:r>
                <a:r>
                  <a:rPr lang="en-US" sz="1000" noProof="0" dirty="0">
                    <a:solidFill>
                      <a:srgbClr val="444444"/>
                    </a:solidFill>
                    <a:latin typeface="PT Sans"/>
                  </a:rPr>
                  <a:t> customize what data is collected.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F102A0-F55F-FAB7-AD23-8065711A6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4556642" y="1397800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F4EDE8F-E5C7-BFEC-0DDB-5AC29672B82C}"/>
                </a:ext>
              </a:extLst>
            </p:cNvPr>
            <p:cNvGrpSpPr/>
            <p:nvPr/>
          </p:nvGrpSpPr>
          <p:grpSpPr>
            <a:xfrm>
              <a:off x="6422211" y="1397800"/>
              <a:ext cx="2289141" cy="1802524"/>
              <a:chOff x="6422211" y="1397800"/>
              <a:chExt cx="2289141" cy="1802524"/>
            </a:xfrm>
          </p:grpSpPr>
          <p:sp>
            <p:nvSpPr>
              <p:cNvPr id="9685" name="Google Shape;9685;p427"/>
              <p:cNvSpPr txBox="1"/>
              <p:nvPr/>
            </p:nvSpPr>
            <p:spPr>
              <a:xfrm>
                <a:off x="6422211" y="2420819"/>
                <a:ext cx="228914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Interactive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6" name="Google Shape;9686;p427"/>
              <p:cNvSpPr txBox="1"/>
              <p:nvPr/>
            </p:nvSpPr>
            <p:spPr>
              <a:xfrm>
                <a:off x="6504781" y="2688526"/>
                <a:ext cx="2124000" cy="51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en-US" sz="1000" noProof="0" dirty="0">
                    <a:solidFill>
                      <a:srgbClr val="444444"/>
                    </a:solidFill>
                    <a:latin typeface="PT Sans"/>
                  </a:rPr>
                  <a:t>Optional fields are added with minimal effort</a:t>
                </a: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.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F21C71A-DACB-97FB-A107-70F9613D5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7206781" y="1397800"/>
                <a:ext cx="720000" cy="720000"/>
              </a:xfrm>
              <a:prstGeom prst="rect">
                <a:avLst/>
              </a:prstGeom>
            </p:spPr>
          </p:pic>
        </p:grpSp>
      </p:grpSp>
      <p:pic>
        <p:nvPicPr>
          <p:cNvPr id="9" name="Picture 13">
            <a:extLst>
              <a:ext uri="{FF2B5EF4-FFF2-40B4-BE49-F238E27FC236}">
                <a16:creationId xmlns:a16="http://schemas.microsoft.com/office/drawing/2014/main" id="{679916B7-8534-EDEA-EAA3-0499522271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898" b="-6860"/>
          <a:stretch/>
        </p:blipFill>
        <p:spPr>
          <a:xfrm>
            <a:off x="-44935" y="4331361"/>
            <a:ext cx="9188935" cy="354288"/>
          </a:xfrm>
          <a:prstGeom prst="rect">
            <a:avLst/>
          </a:prstGeom>
        </p:spPr>
      </p:pic>
      <p:sp>
        <p:nvSpPr>
          <p:cNvPr id="10" name="Google Shape;10678;p460">
            <a:extLst>
              <a:ext uri="{FF2B5EF4-FFF2-40B4-BE49-F238E27FC236}">
                <a16:creationId xmlns:a16="http://schemas.microsoft.com/office/drawing/2014/main" id="{010E75AD-C605-EECA-3B1A-DF75C5A996E6}"/>
              </a:ext>
            </a:extLst>
          </p:cNvPr>
          <p:cNvSpPr txBox="1"/>
          <p:nvPr/>
        </p:nvSpPr>
        <p:spPr>
          <a:xfrm>
            <a:off x="662613" y="491319"/>
            <a:ext cx="3377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57ED7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Dynamic Forms</a:t>
            </a:r>
          </a:p>
        </p:txBody>
      </p:sp>
      <p:sp>
        <p:nvSpPr>
          <p:cNvPr id="12" name="Google Shape;10120;p446">
            <a:extLst>
              <a:ext uri="{FF2B5EF4-FFF2-40B4-BE49-F238E27FC236}">
                <a16:creationId xmlns:a16="http://schemas.microsoft.com/office/drawing/2014/main" id="{87C572E3-9ED5-190C-3BE6-08B460857E43}"/>
              </a:ext>
            </a:extLst>
          </p:cNvPr>
          <p:cNvSpPr/>
          <p:nvPr/>
        </p:nvSpPr>
        <p:spPr>
          <a:xfrm>
            <a:off x="662613" y="752408"/>
            <a:ext cx="5818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" sz="2000" dirty="0">
                <a:solidFill>
                  <a:srgbClr val="1A2B42"/>
                </a:solidFill>
                <a:latin typeface="Montserrat SemiBold"/>
                <a:ea typeface="+mn-lt"/>
                <a:cs typeface="+mn-lt"/>
                <a:sym typeface="Montserrat SemiBold"/>
              </a:rPr>
              <a:t>Introduction</a:t>
            </a:r>
            <a:endParaRPr lang="en-US" sz="2000" dirty="0">
              <a:latin typeface="Montserrat" pitchFamily="2" charset="77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076219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73DA-5CBE-5F3D-3578-262AF0A4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5494AF75-8639-F7FA-DB67-C8B3942E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5E1BE64A-A35B-B152-7DDC-DB02FF10F0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56" r="17879"/>
          <a:stretch/>
        </p:blipFill>
        <p:spPr>
          <a:xfrm flipH="1" flipV="1">
            <a:off x="-9415" y="3872804"/>
            <a:ext cx="8692850" cy="127069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E901F26-DD9E-6810-1197-416D14DDC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787" y="1790588"/>
            <a:ext cx="4506865" cy="412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2500" b="1" spc="100" dirty="0">
                <a:solidFill>
                  <a:srgbClr val="FFFFFF"/>
                </a:solidFill>
                <a:latin typeface="Montserrat SemiBold" pitchFamily="2" charset="77"/>
              </a:rPr>
              <a:t>Key </a:t>
            </a:r>
            <a:r>
              <a:rPr lang="en-US" sz="2500" b="1" spc="100" noProof="0" dirty="0">
                <a:solidFill>
                  <a:srgbClr val="FFFFFF"/>
                </a:solidFill>
                <a:latin typeface="Montserrat SemiBold" pitchFamily="2" charset="77"/>
              </a:rPr>
              <a:t>features</a:t>
            </a:r>
            <a:endParaRPr sz="2200" dirty="0">
              <a:solidFill>
                <a:srgbClr val="57ED7D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5735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6">
          <a:extLst>
            <a:ext uri="{FF2B5EF4-FFF2-40B4-BE49-F238E27FC236}">
              <a16:creationId xmlns:a16="http://schemas.microsoft.com/office/drawing/2014/main" id="{66C54AAA-A427-6E87-D531-C72C5110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73B4E6-A82E-8167-CE23-86EF4548CAA7}"/>
              </a:ext>
            </a:extLst>
          </p:cNvPr>
          <p:cNvGrpSpPr/>
          <p:nvPr/>
        </p:nvGrpSpPr>
        <p:grpSpPr>
          <a:xfrm>
            <a:off x="792035" y="1861607"/>
            <a:ext cx="7633836" cy="1220801"/>
            <a:chOff x="1077516" y="1397800"/>
            <a:chExt cx="7633836" cy="12208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D681330-C7E5-FFCD-C87E-B9379034C2A6}"/>
                </a:ext>
              </a:extLst>
            </p:cNvPr>
            <p:cNvGrpSpPr/>
            <p:nvPr/>
          </p:nvGrpSpPr>
          <p:grpSpPr>
            <a:xfrm>
              <a:off x="1077516" y="1397800"/>
              <a:ext cx="2376000" cy="1207685"/>
              <a:chOff x="1077516" y="1397800"/>
              <a:chExt cx="2376000" cy="1207685"/>
            </a:xfrm>
          </p:grpSpPr>
          <p:sp>
            <p:nvSpPr>
              <p:cNvPr id="9681" name="Google Shape;9681;p427">
                <a:extLst>
                  <a:ext uri="{FF2B5EF4-FFF2-40B4-BE49-F238E27FC236}">
                    <a16:creationId xmlns:a16="http://schemas.microsoft.com/office/drawing/2014/main" id="{91F996BE-0198-2466-CF26-2EF33730AE32}"/>
                  </a:ext>
                </a:extLst>
              </p:cNvPr>
              <p:cNvSpPr txBox="1"/>
              <p:nvPr/>
            </p:nvSpPr>
            <p:spPr>
              <a:xfrm>
                <a:off x="1077516" y="2420819"/>
                <a:ext cx="237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AI interactions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2BA7118-5F1C-2227-D7D2-3E35C794DC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1905516" y="1397800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33810E-024C-8242-94CE-8EB8ACE6D7A7}"/>
                </a:ext>
              </a:extLst>
            </p:cNvPr>
            <p:cNvGrpSpPr/>
            <p:nvPr/>
          </p:nvGrpSpPr>
          <p:grpSpPr>
            <a:xfrm>
              <a:off x="3790350" y="1397800"/>
              <a:ext cx="2286972" cy="1220801"/>
              <a:chOff x="3773156" y="1397800"/>
              <a:chExt cx="2286972" cy="1220801"/>
            </a:xfrm>
          </p:grpSpPr>
          <p:sp>
            <p:nvSpPr>
              <p:cNvPr id="9683" name="Google Shape;9683;p427">
                <a:extLst>
                  <a:ext uri="{FF2B5EF4-FFF2-40B4-BE49-F238E27FC236}">
                    <a16:creationId xmlns:a16="http://schemas.microsoft.com/office/drawing/2014/main" id="{77A96610-4669-057F-ACD6-3B4DED037333}"/>
                  </a:ext>
                </a:extLst>
              </p:cNvPr>
              <p:cNvSpPr txBox="1"/>
              <p:nvPr/>
            </p:nvSpPr>
            <p:spPr>
              <a:xfrm>
                <a:off x="3773156" y="2433935"/>
                <a:ext cx="228697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Dynamic rendering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964288F-C6C7-492A-ABED-BC3680565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4556642" y="1397800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89B104-9E54-08F8-B0A4-5560E3E81F92}"/>
                </a:ext>
              </a:extLst>
            </p:cNvPr>
            <p:cNvGrpSpPr/>
            <p:nvPr/>
          </p:nvGrpSpPr>
          <p:grpSpPr>
            <a:xfrm>
              <a:off x="6422211" y="1397800"/>
              <a:ext cx="2289141" cy="1207685"/>
              <a:chOff x="6422211" y="1397800"/>
              <a:chExt cx="2289141" cy="1207685"/>
            </a:xfrm>
          </p:grpSpPr>
          <p:sp>
            <p:nvSpPr>
              <p:cNvPr id="9685" name="Google Shape;9685;p427">
                <a:extLst>
                  <a:ext uri="{FF2B5EF4-FFF2-40B4-BE49-F238E27FC236}">
                    <a16:creationId xmlns:a16="http://schemas.microsoft.com/office/drawing/2014/main" id="{D959F423-C26C-ABD3-3528-3B15390F5C90}"/>
                  </a:ext>
                </a:extLst>
              </p:cNvPr>
              <p:cNvSpPr txBox="1"/>
              <p:nvPr/>
            </p:nvSpPr>
            <p:spPr>
              <a:xfrm>
                <a:off x="6422211" y="2420819"/>
                <a:ext cx="228914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Simple &amp; fast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1F19512-B9CD-0A63-7DB7-77BCFA971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7206781" y="1397800"/>
                <a:ext cx="720000" cy="720000"/>
              </a:xfrm>
              <a:prstGeom prst="rect">
                <a:avLst/>
              </a:prstGeom>
            </p:spPr>
          </p:pic>
        </p:grpSp>
      </p:grpSp>
      <p:pic>
        <p:nvPicPr>
          <p:cNvPr id="9" name="Picture 13">
            <a:extLst>
              <a:ext uri="{FF2B5EF4-FFF2-40B4-BE49-F238E27FC236}">
                <a16:creationId xmlns:a16="http://schemas.microsoft.com/office/drawing/2014/main" id="{8EDBB6E3-CCFC-2E7A-4659-DA57C36F7A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898" b="-6860"/>
          <a:stretch/>
        </p:blipFill>
        <p:spPr>
          <a:xfrm>
            <a:off x="-44935" y="4331361"/>
            <a:ext cx="9188935" cy="354288"/>
          </a:xfrm>
          <a:prstGeom prst="rect">
            <a:avLst/>
          </a:prstGeom>
        </p:spPr>
      </p:pic>
      <p:sp>
        <p:nvSpPr>
          <p:cNvPr id="10" name="Google Shape;10678;p460">
            <a:extLst>
              <a:ext uri="{FF2B5EF4-FFF2-40B4-BE49-F238E27FC236}">
                <a16:creationId xmlns:a16="http://schemas.microsoft.com/office/drawing/2014/main" id="{D8CF8757-902C-4672-0D44-88619AFEE55A}"/>
              </a:ext>
            </a:extLst>
          </p:cNvPr>
          <p:cNvSpPr txBox="1"/>
          <p:nvPr/>
        </p:nvSpPr>
        <p:spPr>
          <a:xfrm>
            <a:off x="662613" y="491319"/>
            <a:ext cx="3377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57ED7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Dynamic Forms</a:t>
            </a:r>
          </a:p>
        </p:txBody>
      </p:sp>
      <p:sp>
        <p:nvSpPr>
          <p:cNvPr id="12" name="Google Shape;10120;p446">
            <a:extLst>
              <a:ext uri="{FF2B5EF4-FFF2-40B4-BE49-F238E27FC236}">
                <a16:creationId xmlns:a16="http://schemas.microsoft.com/office/drawing/2014/main" id="{EFC1E96F-3B27-011B-77E2-21ABB840EFF6}"/>
              </a:ext>
            </a:extLst>
          </p:cNvPr>
          <p:cNvSpPr/>
          <p:nvPr/>
        </p:nvSpPr>
        <p:spPr>
          <a:xfrm>
            <a:off x="662613" y="752408"/>
            <a:ext cx="5818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" sz="2000" dirty="0">
                <a:solidFill>
                  <a:srgbClr val="1A2B42"/>
                </a:solidFill>
                <a:latin typeface="Montserrat SemiBold"/>
                <a:ea typeface="+mn-lt"/>
                <a:cs typeface="+mn-lt"/>
                <a:sym typeface="Montserrat SemiBold"/>
              </a:rPr>
              <a:t>Key features</a:t>
            </a:r>
            <a:endParaRPr lang="en-US" sz="2000" dirty="0">
              <a:latin typeface="Montserrat" pitchFamily="2" charset="77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52989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8686-8BCF-D8FE-8380-6E4BFDF8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6679B2DF-EFB8-EC2E-473D-15839A0A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05529359-05A7-D8F1-5A69-81074E5B1C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56" r="17879"/>
          <a:stretch/>
        </p:blipFill>
        <p:spPr>
          <a:xfrm flipH="1" flipV="1">
            <a:off x="-9415" y="3872804"/>
            <a:ext cx="8692850" cy="127069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BD1D314B-FD0D-633B-5B22-4F2EC4BA4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787" y="1790588"/>
            <a:ext cx="4506865" cy="412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2500" b="1" spc="100" dirty="0" err="1">
                <a:solidFill>
                  <a:srgbClr val="FFFFFF"/>
                </a:solidFill>
                <a:latin typeface="Montserrat SemiBold" pitchFamily="2" charset="77"/>
              </a:rPr>
              <a:t>Implementation</a:t>
            </a:r>
            <a:endParaRPr sz="2200" dirty="0">
              <a:solidFill>
                <a:srgbClr val="57ED7D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6588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6">
          <a:extLst>
            <a:ext uri="{FF2B5EF4-FFF2-40B4-BE49-F238E27FC236}">
              <a16:creationId xmlns:a16="http://schemas.microsoft.com/office/drawing/2014/main" id="{58F1F5F2-8893-484E-8EBE-BC3B1A35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D71B130-0D26-81DD-2D66-522CE7A74C90}"/>
              </a:ext>
            </a:extLst>
          </p:cNvPr>
          <p:cNvGrpSpPr/>
          <p:nvPr/>
        </p:nvGrpSpPr>
        <p:grpSpPr>
          <a:xfrm>
            <a:off x="792035" y="1861607"/>
            <a:ext cx="7633836" cy="1802524"/>
            <a:chOff x="1077516" y="1397800"/>
            <a:chExt cx="7633836" cy="18025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9F0FB58-97A1-6953-E90C-D13F936C4444}"/>
                </a:ext>
              </a:extLst>
            </p:cNvPr>
            <p:cNvGrpSpPr/>
            <p:nvPr/>
          </p:nvGrpSpPr>
          <p:grpSpPr>
            <a:xfrm>
              <a:off x="1077516" y="1397800"/>
              <a:ext cx="2376000" cy="1543103"/>
              <a:chOff x="1077516" y="1397800"/>
              <a:chExt cx="2376000" cy="1543103"/>
            </a:xfrm>
          </p:grpSpPr>
          <p:sp>
            <p:nvSpPr>
              <p:cNvPr id="9681" name="Google Shape;9681;p427">
                <a:extLst>
                  <a:ext uri="{FF2B5EF4-FFF2-40B4-BE49-F238E27FC236}">
                    <a16:creationId xmlns:a16="http://schemas.microsoft.com/office/drawing/2014/main" id="{5F9AD34E-3DA0-5C6F-E291-24B5BC86138E}"/>
                  </a:ext>
                </a:extLst>
              </p:cNvPr>
              <p:cNvSpPr txBox="1"/>
              <p:nvPr/>
            </p:nvSpPr>
            <p:spPr>
              <a:xfrm>
                <a:off x="1077516" y="2420819"/>
                <a:ext cx="2376000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 err="1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Monolith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2" name="Google Shape;9682;p427">
                <a:extLst>
                  <a:ext uri="{FF2B5EF4-FFF2-40B4-BE49-F238E27FC236}">
                    <a16:creationId xmlns:a16="http://schemas.microsoft.com/office/drawing/2014/main" id="{CD004FC7-77BF-15FD-B1FD-871946D0B396}"/>
                  </a:ext>
                </a:extLst>
              </p:cNvPr>
              <p:cNvSpPr txBox="1"/>
              <p:nvPr/>
            </p:nvSpPr>
            <p:spPr>
              <a:xfrm>
                <a:off x="1203516" y="2688526"/>
                <a:ext cx="2124000" cy="252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en-US" sz="1000" noProof="0" dirty="0">
                    <a:solidFill>
                      <a:srgbClr val="444444"/>
                    </a:solidFill>
                    <a:latin typeface="PT Sans"/>
                  </a:rPr>
                  <a:t>Next.js for frontend and backend</a:t>
                </a: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.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</a:endParaRP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38F29F0-5FEE-2E7C-65EA-49729EEE6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1905516" y="1397800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19B907-16DD-5303-ADD8-7D5BE6C7641C}"/>
                </a:ext>
              </a:extLst>
            </p:cNvPr>
            <p:cNvGrpSpPr/>
            <p:nvPr/>
          </p:nvGrpSpPr>
          <p:grpSpPr>
            <a:xfrm>
              <a:off x="3790350" y="1397800"/>
              <a:ext cx="2286972" cy="1543103"/>
              <a:chOff x="3773156" y="1397800"/>
              <a:chExt cx="2286972" cy="1543103"/>
            </a:xfrm>
          </p:grpSpPr>
          <p:sp>
            <p:nvSpPr>
              <p:cNvPr id="9683" name="Google Shape;9683;p427">
                <a:extLst>
                  <a:ext uri="{FF2B5EF4-FFF2-40B4-BE49-F238E27FC236}">
                    <a16:creationId xmlns:a16="http://schemas.microsoft.com/office/drawing/2014/main" id="{6F14081D-309A-096C-5DF8-B82F2327125E}"/>
                  </a:ext>
                </a:extLst>
              </p:cNvPr>
              <p:cNvSpPr txBox="1"/>
              <p:nvPr/>
            </p:nvSpPr>
            <p:spPr>
              <a:xfrm>
                <a:off x="3773156" y="2433935"/>
                <a:ext cx="228697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 err="1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Artificial</a:t>
                </a:r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 intelligence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4" name="Google Shape;9684;p427">
                <a:extLst>
                  <a:ext uri="{FF2B5EF4-FFF2-40B4-BE49-F238E27FC236}">
                    <a16:creationId xmlns:a16="http://schemas.microsoft.com/office/drawing/2014/main" id="{419D3DF3-D0DD-DAC0-3F00-FF214F856D5E}"/>
                  </a:ext>
                </a:extLst>
              </p:cNvPr>
              <p:cNvSpPr txBox="1"/>
              <p:nvPr/>
            </p:nvSpPr>
            <p:spPr>
              <a:xfrm>
                <a:off x="3854642" y="2688526"/>
                <a:ext cx="2124000" cy="252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fr-FR" sz="1000" noProof="0" dirty="0" err="1">
                    <a:solidFill>
                      <a:srgbClr val="444444"/>
                    </a:solidFill>
                    <a:latin typeface="PT Sans"/>
                  </a:rPr>
                  <a:t>OpenAI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64F2C34-FF21-6662-BDC7-B68B561C8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4556642" y="1397800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F81BB94-9A0F-4BDF-C506-79B23863C4E9}"/>
                </a:ext>
              </a:extLst>
            </p:cNvPr>
            <p:cNvGrpSpPr/>
            <p:nvPr/>
          </p:nvGrpSpPr>
          <p:grpSpPr>
            <a:xfrm>
              <a:off x="6422211" y="1402085"/>
              <a:ext cx="2289141" cy="1798239"/>
              <a:chOff x="6422211" y="1402085"/>
              <a:chExt cx="2289141" cy="1798239"/>
            </a:xfrm>
          </p:grpSpPr>
          <p:sp>
            <p:nvSpPr>
              <p:cNvPr id="9685" name="Google Shape;9685;p427">
                <a:extLst>
                  <a:ext uri="{FF2B5EF4-FFF2-40B4-BE49-F238E27FC236}">
                    <a16:creationId xmlns:a16="http://schemas.microsoft.com/office/drawing/2014/main" id="{3BD4F51E-34EC-BFE0-7211-57B2B0FD68FE}"/>
                  </a:ext>
                </a:extLst>
              </p:cNvPr>
              <p:cNvSpPr txBox="1"/>
              <p:nvPr/>
            </p:nvSpPr>
            <p:spPr>
              <a:xfrm>
                <a:off x="6422211" y="2420819"/>
                <a:ext cx="228914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algn="ctr"/>
                <a:r>
                  <a:rPr lang="fr-FR" sz="1200" b="1" noProof="0" dirty="0">
                    <a:solidFill>
                      <a:srgbClr val="1A2B42"/>
                    </a:solidFill>
                    <a:latin typeface="Montserrat SemiBold"/>
                    <a:ea typeface="Montserrat"/>
                    <a:cs typeface="Montserrat"/>
                  </a:rPr>
                  <a:t>Administration</a:t>
                </a:r>
                <a:endParaRPr lang="fr-FR" sz="1200" b="1" noProof="0" dirty="0">
                  <a:solidFill>
                    <a:srgbClr val="1A2B42"/>
                  </a:solidFill>
                  <a:latin typeface="Montserrat SemiBold" pitchFamily="2" charset="77"/>
                  <a:ea typeface="Montserrat"/>
                  <a:cs typeface="Montserrat"/>
                </a:endParaRPr>
              </a:p>
            </p:txBody>
          </p:sp>
          <p:sp>
            <p:nvSpPr>
              <p:cNvPr id="9686" name="Google Shape;9686;p427">
                <a:extLst>
                  <a:ext uri="{FF2B5EF4-FFF2-40B4-BE49-F238E27FC236}">
                    <a16:creationId xmlns:a16="http://schemas.microsoft.com/office/drawing/2014/main" id="{1EC1E561-8643-50DA-6F2A-559A9DB5F6D5}"/>
                  </a:ext>
                </a:extLst>
              </p:cNvPr>
              <p:cNvSpPr txBox="1"/>
              <p:nvPr/>
            </p:nvSpPr>
            <p:spPr>
              <a:xfrm>
                <a:off x="6504781" y="2688526"/>
                <a:ext cx="2124000" cy="51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Page </a:t>
                </a:r>
                <a:r>
                  <a:rPr lang="fr-FR" sz="1000" noProof="0" dirty="0" err="1">
                    <a:solidFill>
                      <a:srgbClr val="444444"/>
                    </a:solidFill>
                    <a:latin typeface="PT Sans"/>
                  </a:rPr>
                  <a:t>dedicated</a:t>
                </a: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 to </a:t>
                </a:r>
                <a:r>
                  <a:rPr lang="fr-FR" sz="1000" noProof="0" dirty="0" err="1">
                    <a:solidFill>
                      <a:srgbClr val="444444"/>
                    </a:solidFill>
                    <a:latin typeface="PT Sans"/>
                  </a:rPr>
                  <a:t>customization</a:t>
                </a:r>
                <a:r>
                  <a:rPr lang="fr-FR" sz="1000" noProof="0" dirty="0">
                    <a:solidFill>
                      <a:srgbClr val="444444"/>
                    </a:solidFill>
                    <a:latin typeface="PT Sans"/>
                  </a:rPr>
                  <a:t>.</a:t>
                </a:r>
                <a:endParaRPr lang="fr-FR" sz="1000" noProof="0" dirty="0">
                  <a:solidFill>
                    <a:srgbClr val="444444"/>
                  </a:solidFill>
                  <a:latin typeface="PT Sans"/>
                  <a:ea typeface="PT Sans"/>
                  <a:cs typeface="PT Sans"/>
                  <a:sym typeface="PT Sans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90AECB6-B8A8-7957-852D-258FA2162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7206781" y="1402085"/>
                <a:ext cx="720000" cy="711429"/>
              </a:xfrm>
              <a:prstGeom prst="rect">
                <a:avLst/>
              </a:prstGeom>
            </p:spPr>
          </p:pic>
        </p:grpSp>
      </p:grpSp>
      <p:pic>
        <p:nvPicPr>
          <p:cNvPr id="9" name="Picture 13">
            <a:extLst>
              <a:ext uri="{FF2B5EF4-FFF2-40B4-BE49-F238E27FC236}">
                <a16:creationId xmlns:a16="http://schemas.microsoft.com/office/drawing/2014/main" id="{B8F7F192-A8BE-2A41-9F0B-1033B1AFAA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898" b="-6860"/>
          <a:stretch/>
        </p:blipFill>
        <p:spPr>
          <a:xfrm>
            <a:off x="-44935" y="4331361"/>
            <a:ext cx="9188935" cy="354288"/>
          </a:xfrm>
          <a:prstGeom prst="rect">
            <a:avLst/>
          </a:prstGeom>
        </p:spPr>
      </p:pic>
      <p:sp>
        <p:nvSpPr>
          <p:cNvPr id="10" name="Google Shape;10678;p460">
            <a:extLst>
              <a:ext uri="{FF2B5EF4-FFF2-40B4-BE49-F238E27FC236}">
                <a16:creationId xmlns:a16="http://schemas.microsoft.com/office/drawing/2014/main" id="{E6FC6177-9BE9-DF4D-1F50-FF5855BD04C0}"/>
              </a:ext>
            </a:extLst>
          </p:cNvPr>
          <p:cNvSpPr txBox="1"/>
          <p:nvPr/>
        </p:nvSpPr>
        <p:spPr>
          <a:xfrm>
            <a:off x="662613" y="491319"/>
            <a:ext cx="3377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57ED7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Dynamic Forms</a:t>
            </a:r>
          </a:p>
        </p:txBody>
      </p:sp>
      <p:sp>
        <p:nvSpPr>
          <p:cNvPr id="12" name="Google Shape;10120;p446">
            <a:extLst>
              <a:ext uri="{FF2B5EF4-FFF2-40B4-BE49-F238E27FC236}">
                <a16:creationId xmlns:a16="http://schemas.microsoft.com/office/drawing/2014/main" id="{02E269D7-3AA2-9F7B-37E3-A61907217B65}"/>
              </a:ext>
            </a:extLst>
          </p:cNvPr>
          <p:cNvSpPr/>
          <p:nvPr/>
        </p:nvSpPr>
        <p:spPr>
          <a:xfrm>
            <a:off x="662613" y="752408"/>
            <a:ext cx="5818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" sz="2000" dirty="0">
                <a:solidFill>
                  <a:srgbClr val="1A2B42"/>
                </a:solidFill>
                <a:latin typeface="Montserrat SemiBold"/>
                <a:ea typeface="+mn-lt"/>
                <a:cs typeface="+mn-lt"/>
                <a:sym typeface="Montserrat SemiBold"/>
              </a:rPr>
              <a:t>Implementation</a:t>
            </a:r>
            <a:endParaRPr lang="en-US" sz="2000" dirty="0">
              <a:latin typeface="Montserrat" pitchFamily="2" charset="77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4567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6">
          <a:extLst>
            <a:ext uri="{FF2B5EF4-FFF2-40B4-BE49-F238E27FC236}">
              <a16:creationId xmlns:a16="http://schemas.microsoft.com/office/drawing/2014/main" id="{B078AC78-022C-1457-AA97-B2109653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678;p460">
            <a:extLst>
              <a:ext uri="{FF2B5EF4-FFF2-40B4-BE49-F238E27FC236}">
                <a16:creationId xmlns:a16="http://schemas.microsoft.com/office/drawing/2014/main" id="{EDA56422-F31F-1453-1B1C-1773AC572DE3}"/>
              </a:ext>
            </a:extLst>
          </p:cNvPr>
          <p:cNvSpPr txBox="1"/>
          <p:nvPr/>
        </p:nvSpPr>
        <p:spPr>
          <a:xfrm>
            <a:off x="662613" y="491319"/>
            <a:ext cx="3377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57ED7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Dynamic Forms</a:t>
            </a:r>
          </a:p>
        </p:txBody>
      </p:sp>
      <p:sp>
        <p:nvSpPr>
          <p:cNvPr id="12" name="Google Shape;10120;p446">
            <a:extLst>
              <a:ext uri="{FF2B5EF4-FFF2-40B4-BE49-F238E27FC236}">
                <a16:creationId xmlns:a16="http://schemas.microsoft.com/office/drawing/2014/main" id="{DDFBD481-246B-8181-4121-BE15F9A74745}"/>
              </a:ext>
            </a:extLst>
          </p:cNvPr>
          <p:cNvSpPr/>
          <p:nvPr/>
        </p:nvSpPr>
        <p:spPr>
          <a:xfrm>
            <a:off x="662613" y="752408"/>
            <a:ext cx="5818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" sz="2000" dirty="0">
                <a:solidFill>
                  <a:srgbClr val="1A2B42"/>
                </a:solidFill>
                <a:latin typeface="Montserrat SemiBold"/>
                <a:ea typeface="+mn-lt"/>
                <a:cs typeface="+mn-lt"/>
                <a:sym typeface="Montserrat SemiBold"/>
              </a:rPr>
              <a:t>Implementation</a:t>
            </a:r>
            <a:endParaRPr lang="en-US" sz="2000" dirty="0">
              <a:latin typeface="Montserrat" pitchFamily="2" charset="77"/>
              <a:ea typeface="+mn-lt"/>
              <a:cs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BEEA76-228F-D6FD-208E-43E0F5450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69" y="1423835"/>
            <a:ext cx="5241817" cy="108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145890-FFA8-3868-4FD8-E59704653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60" y="2611534"/>
            <a:ext cx="8367269" cy="10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972328-9D78-7B4D-E0C2-A26EFE494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60" y="3799233"/>
            <a:ext cx="51654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984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6">
          <a:extLst>
            <a:ext uri="{FF2B5EF4-FFF2-40B4-BE49-F238E27FC236}">
              <a16:creationId xmlns:a16="http://schemas.microsoft.com/office/drawing/2014/main" id="{AFAE49C2-9A5B-8B30-E963-1982EC87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3">
            <a:extLst>
              <a:ext uri="{FF2B5EF4-FFF2-40B4-BE49-F238E27FC236}">
                <a16:creationId xmlns:a16="http://schemas.microsoft.com/office/drawing/2014/main" id="{0199793D-FC37-CFF2-952C-D6860653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898" b="-6860"/>
          <a:stretch/>
        </p:blipFill>
        <p:spPr>
          <a:xfrm>
            <a:off x="-44935" y="4331361"/>
            <a:ext cx="9188935" cy="354288"/>
          </a:xfrm>
          <a:prstGeom prst="rect">
            <a:avLst/>
          </a:prstGeom>
        </p:spPr>
      </p:pic>
      <p:sp>
        <p:nvSpPr>
          <p:cNvPr id="10" name="Google Shape;10678;p460">
            <a:extLst>
              <a:ext uri="{FF2B5EF4-FFF2-40B4-BE49-F238E27FC236}">
                <a16:creationId xmlns:a16="http://schemas.microsoft.com/office/drawing/2014/main" id="{33B1D0FB-B9DB-A9D1-B458-9D8EAA7BE643}"/>
              </a:ext>
            </a:extLst>
          </p:cNvPr>
          <p:cNvSpPr txBox="1"/>
          <p:nvPr/>
        </p:nvSpPr>
        <p:spPr>
          <a:xfrm>
            <a:off x="662613" y="491319"/>
            <a:ext cx="3377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57ED7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Dynamic Forms</a:t>
            </a:r>
          </a:p>
        </p:txBody>
      </p:sp>
      <p:sp>
        <p:nvSpPr>
          <p:cNvPr id="12" name="Google Shape;10120;p446">
            <a:extLst>
              <a:ext uri="{FF2B5EF4-FFF2-40B4-BE49-F238E27FC236}">
                <a16:creationId xmlns:a16="http://schemas.microsoft.com/office/drawing/2014/main" id="{585BB272-825A-6812-5E24-A0BB225A2124}"/>
              </a:ext>
            </a:extLst>
          </p:cNvPr>
          <p:cNvSpPr/>
          <p:nvPr/>
        </p:nvSpPr>
        <p:spPr>
          <a:xfrm>
            <a:off x="662613" y="752408"/>
            <a:ext cx="5818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fr" sz="2000" dirty="0">
                <a:solidFill>
                  <a:srgbClr val="1A2B42"/>
                </a:solidFill>
                <a:latin typeface="Montserrat SemiBold"/>
                <a:ea typeface="+mn-lt"/>
                <a:cs typeface="+mn-lt"/>
                <a:sym typeface="Montserrat SemiBold"/>
              </a:rPr>
              <a:t>Implementation</a:t>
            </a:r>
            <a:endParaRPr lang="en-US" sz="2000" dirty="0">
              <a:latin typeface="Montserrat" pitchFamily="2" charset="77"/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9007B-E23E-64F5-C59E-4F890C66D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092" y="2031750"/>
            <a:ext cx="524181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4243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64D0AF-31EE-DBF7-9244-6639B3764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433075"/>
          </a:xfrm>
        </p:spPr>
        <p:txBody>
          <a:bodyPr>
            <a:normAutofit/>
          </a:bodyPr>
          <a:lstStyle/>
          <a:p>
            <a:pPr marL="628650" indent="-457200" algn="l">
              <a:buFontTx/>
              <a:buChar char="-"/>
            </a:pPr>
            <a:r>
              <a:rPr lang="fr-FR" sz="1400" dirty="0"/>
              <a:t>Sauvegarder la configuration du formulaire et la saisie du client</a:t>
            </a:r>
          </a:p>
          <a:p>
            <a:pPr marL="628650" indent="-457200" algn="l">
              <a:buFontTx/>
              <a:buChar char="-"/>
            </a:pPr>
            <a:r>
              <a:rPr lang="fr-FR" sz="1400" dirty="0"/>
              <a:t>Mode déconnecté en cas d’inaccessibilité d’</a:t>
            </a:r>
            <a:r>
              <a:rPr lang="fr-FR" sz="1400" dirty="0" err="1"/>
              <a:t>OpenAI</a:t>
            </a:r>
            <a:r>
              <a:rPr lang="fr-FR" sz="1400" dirty="0"/>
              <a:t>.</a:t>
            </a:r>
          </a:p>
          <a:p>
            <a:pPr marL="628650" indent="-457200" algn="l">
              <a:buFontTx/>
              <a:buChar char="-"/>
            </a:pPr>
            <a:r>
              <a:rPr lang="fr-FR" sz="1400" dirty="0"/>
              <a:t>Changer l’ordre des champs (drag &amp; drop)</a:t>
            </a:r>
          </a:p>
          <a:p>
            <a:pPr marL="628650" indent="-457200" algn="l">
              <a:buFontTx/>
              <a:buChar char="-"/>
            </a:pPr>
            <a:r>
              <a:rPr lang="fr-FR" sz="1400" dirty="0"/>
              <a:t>Internationalisation</a:t>
            </a:r>
          </a:p>
          <a:p>
            <a:pPr marL="628650" indent="-457200" algn="l">
              <a:buFontTx/>
              <a:buChar char="-"/>
            </a:pPr>
            <a:r>
              <a:rPr lang="fr-FR" sz="1400" dirty="0"/>
              <a:t>Plus de typologies de champs (date, </a:t>
            </a:r>
            <a:r>
              <a:rPr lang="fr-FR" sz="1400" dirty="0" err="1"/>
              <a:t>etc</a:t>
            </a:r>
            <a:r>
              <a:rPr lang="fr-FR" sz="1400" dirty="0"/>
              <a:t>)</a:t>
            </a:r>
          </a:p>
          <a:p>
            <a:pPr marL="628650" indent="-457200" algn="l">
              <a:buFontTx/>
              <a:buChar char="-"/>
            </a:pPr>
            <a:r>
              <a:rPr lang="fr-FR" sz="1400" dirty="0"/>
              <a:t>Mode multi-tenant.</a:t>
            </a:r>
          </a:p>
          <a:p>
            <a:pPr marL="628650" indent="-457200" algn="l">
              <a:buFontTx/>
              <a:buChar char="-"/>
            </a:pPr>
            <a:endParaRPr lang="fr-FR" sz="1400" dirty="0"/>
          </a:p>
          <a:p>
            <a:pPr marL="628650" indent="-457200" algn="l">
              <a:buFontTx/>
              <a:buChar char="-"/>
            </a:pPr>
            <a:endParaRPr lang="fr-FR" sz="1400" dirty="0"/>
          </a:p>
          <a:p>
            <a:pPr marL="628650" indent="-457200" algn="l">
              <a:buFontTx/>
              <a:buChar char="-"/>
            </a:pPr>
            <a:endParaRPr lang="fr-FR" sz="1400" dirty="0"/>
          </a:p>
          <a:p>
            <a:pPr marL="628650" indent="-457200" algn="l">
              <a:buFontTx/>
              <a:buChar char="-"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0598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ADA1-D8BF-2064-199B-3C3436AB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55DB3A21-9AD8-6851-D10D-F86F1B67C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3C393D07-6C30-9BD0-F106-3893054258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56" r="17879"/>
          <a:stretch/>
        </p:blipFill>
        <p:spPr>
          <a:xfrm flipH="1" flipV="1">
            <a:off x="-9415" y="3872804"/>
            <a:ext cx="8692850" cy="127069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3476B72-90CA-AE7A-9703-3A493D5E26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787" y="1790588"/>
            <a:ext cx="4506865" cy="412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2500" b="1" spc="100" dirty="0" err="1">
                <a:solidFill>
                  <a:srgbClr val="FFFFFF"/>
                </a:solidFill>
                <a:latin typeface="Montserrat SemiBold" pitchFamily="2" charset="77"/>
              </a:rPr>
              <a:t>Demo</a:t>
            </a:r>
            <a:r>
              <a:rPr lang="fr-FR" sz="2500" b="1" spc="100" dirty="0">
                <a:solidFill>
                  <a:srgbClr val="FFFFFF"/>
                </a:solidFill>
                <a:latin typeface="Montserrat SemiBold" pitchFamily="2" charset="77"/>
              </a:rPr>
              <a:t> </a:t>
            </a:r>
            <a:r>
              <a:rPr lang="fr-FR" sz="2500" b="1" spc="100">
                <a:solidFill>
                  <a:srgbClr val="FFFFFF"/>
                </a:solidFill>
                <a:latin typeface="Montserrat SemiBold" pitchFamily="2" charset="77"/>
              </a:rPr>
              <a:t>time</a:t>
            </a:r>
            <a:r>
              <a:rPr lang="fr-FR" sz="2500" b="1" spc="100">
                <a:solidFill>
                  <a:srgbClr val="FFFFFF"/>
                </a:solidFill>
                <a:latin typeface="+mn-lt"/>
              </a:rPr>
              <a:t>!</a:t>
            </a:r>
            <a:endParaRPr sz="2200" dirty="0">
              <a:solidFill>
                <a:srgbClr val="57ED7D"/>
              </a:solidFill>
              <a:latin typeface="Aptos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57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A2C4-F2E2-065D-A9BA-B1D06221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E9392407-B7B9-1E24-B102-E90F0CC31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A1CB35CF-5FB6-01E8-3E61-3692A35DCA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56" r="17879"/>
          <a:stretch/>
        </p:blipFill>
        <p:spPr>
          <a:xfrm flipH="1" flipV="1">
            <a:off x="-9415" y="3872804"/>
            <a:ext cx="8692850" cy="127069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FC6EE56-3F1C-0612-18C2-1F1B73CF6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787" y="1790588"/>
            <a:ext cx="4506865" cy="412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2500" b="1" spc="100" dirty="0">
                <a:solidFill>
                  <a:srgbClr val="FFFFFF"/>
                </a:solidFill>
                <a:latin typeface="Montserrat SemiBold" pitchFamily="2" charset="77"/>
              </a:rPr>
              <a:t>Q&amp;A</a:t>
            </a:r>
            <a:endParaRPr sz="2200" dirty="0">
              <a:solidFill>
                <a:srgbClr val="57ED7D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675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EAED-F139-8F1E-B5F7-44FB27D2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white background&#10;&#10;Description automatically generated">
            <a:extLst>
              <a:ext uri="{FF2B5EF4-FFF2-40B4-BE49-F238E27FC236}">
                <a16:creationId xmlns:a16="http://schemas.microsoft.com/office/drawing/2014/main" id="{4FC7B9AF-6581-8DB5-380B-49A84DB3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A black screen with green lines&#10;&#10;Description automatically generated">
            <a:extLst>
              <a:ext uri="{FF2B5EF4-FFF2-40B4-BE49-F238E27FC236}">
                <a16:creationId xmlns:a16="http://schemas.microsoft.com/office/drawing/2014/main" id="{ADCD96EC-3BE0-B4E6-291A-F35AA3390B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1620"/>
          <a:stretch/>
        </p:blipFill>
        <p:spPr>
          <a:xfrm flipH="1">
            <a:off x="-1" y="0"/>
            <a:ext cx="8765292" cy="4736193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2937;p331">
            <a:extLst>
              <a:ext uri="{FF2B5EF4-FFF2-40B4-BE49-F238E27FC236}">
                <a16:creationId xmlns:a16="http://schemas.microsoft.com/office/drawing/2014/main" id="{81871FD7-B892-459F-5971-F496DE2B190A}"/>
              </a:ext>
            </a:extLst>
          </p:cNvPr>
          <p:cNvSpPr txBox="1">
            <a:spLocks/>
          </p:cNvSpPr>
          <p:nvPr/>
        </p:nvSpPr>
        <p:spPr>
          <a:xfrm>
            <a:off x="2820813" y="2442517"/>
            <a:ext cx="3502371" cy="467558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57ED7D"/>
                </a:solidFill>
                <a:effectLst/>
                <a:uLnTx/>
                <a:uFillTx/>
                <a:latin typeface="Montserrat Medium" pitchFamily="2" charset="77"/>
                <a:cs typeface="Arial"/>
                <a:sym typeface="Arial"/>
              </a:rPr>
              <a:t>Merci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61452-112F-5449-D77E-4AF9923C58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4632" y="1181228"/>
            <a:ext cx="1874733" cy="998397"/>
          </a:xfrm>
          <a:prstGeom prst="rect">
            <a:avLst/>
          </a:prstGeom>
        </p:spPr>
      </p:pic>
      <p:sp>
        <p:nvSpPr>
          <p:cNvPr id="3" name="Google Shape;2126;p65">
            <a:extLst>
              <a:ext uri="{FF2B5EF4-FFF2-40B4-BE49-F238E27FC236}">
                <a16:creationId xmlns:a16="http://schemas.microsoft.com/office/drawing/2014/main" id="{BA01A4C4-5DC1-65C8-8193-476E53DA8648}"/>
              </a:ext>
            </a:extLst>
          </p:cNvPr>
          <p:cNvSpPr/>
          <p:nvPr/>
        </p:nvSpPr>
        <p:spPr>
          <a:xfrm>
            <a:off x="3845130" y="3143115"/>
            <a:ext cx="1453737" cy="33177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7ED7D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/>
                <a:cs typeface="Arial"/>
                <a:sym typeface="Montserrat"/>
              </a:rPr>
              <a:t>🫡 </a:t>
            </a:r>
            <a:r>
              <a:rPr kumimoji="0" lang="fr-FR" sz="1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/>
                <a:cs typeface="Arial"/>
                <a:sym typeface="Montserrat"/>
              </a:rPr>
              <a:t>Hackaton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64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46">
          <a:extLst>
            <a:ext uri="{FF2B5EF4-FFF2-40B4-BE49-F238E27FC236}">
              <a16:creationId xmlns:a16="http://schemas.microsoft.com/office/drawing/2014/main" id="{F9351913-6302-F4AC-5DD8-02512D6C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0">
            <a:extLst>
              <a:ext uri="{FF2B5EF4-FFF2-40B4-BE49-F238E27FC236}">
                <a16:creationId xmlns:a16="http://schemas.microsoft.com/office/drawing/2014/main" id="{379BFDAC-5EC9-B79C-DF9E-5B2828C44921}"/>
              </a:ext>
            </a:extLst>
          </p:cNvPr>
          <p:cNvSpPr txBox="1"/>
          <p:nvPr/>
        </p:nvSpPr>
        <p:spPr>
          <a:xfrm>
            <a:off x="2884200" y="467136"/>
            <a:ext cx="337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2100"/>
            </a:pPr>
            <a:r>
              <a:rPr lang="fr" sz="2000" dirty="0" err="1">
                <a:solidFill>
                  <a:schemeClr val="dk1"/>
                </a:solidFill>
                <a:latin typeface="Montserrat SemiBold"/>
                <a:sym typeface="Montserrat SemiBold"/>
              </a:rPr>
              <a:t>Icons</a:t>
            </a:r>
            <a:endParaRPr sz="2000" dirty="0">
              <a:solidFill>
                <a:schemeClr val="dk1"/>
              </a:solidFill>
              <a:latin typeface="Montserrat SemiBold"/>
              <a:sym typeface="Montserrat SemiBold"/>
            </a:endParaRPr>
          </a:p>
        </p:txBody>
      </p:sp>
      <p:pic>
        <p:nvPicPr>
          <p:cNvPr id="3" name="Picture 2" descr="A logo with a green circle&#10;&#10;Description automatically generated">
            <a:extLst>
              <a:ext uri="{FF2B5EF4-FFF2-40B4-BE49-F238E27FC236}">
                <a16:creationId xmlns:a16="http://schemas.microsoft.com/office/drawing/2014/main" id="{858FD554-4E4F-77B6-6549-EA20E54C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76" y="1128963"/>
            <a:ext cx="508000" cy="508000"/>
          </a:xfrm>
          <a:prstGeom prst="rect">
            <a:avLst/>
          </a:prstGeom>
        </p:spPr>
      </p:pic>
      <p:pic>
        <p:nvPicPr>
          <p:cNvPr id="5" name="Picture 4" descr="A credit card with a green circle&#10;&#10;Description automatically generated">
            <a:extLst>
              <a:ext uri="{FF2B5EF4-FFF2-40B4-BE49-F238E27FC236}">
                <a16:creationId xmlns:a16="http://schemas.microsoft.com/office/drawing/2014/main" id="{EFF960BC-6CCE-05C8-752A-C1C6C727C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654" y="1128963"/>
            <a:ext cx="508000" cy="508000"/>
          </a:xfrm>
          <a:prstGeom prst="rect">
            <a:avLst/>
          </a:prstGeom>
        </p:spPr>
      </p:pic>
      <p:pic>
        <p:nvPicPr>
          <p:cNvPr id="7" name="Picture 6" descr="A logo of a lock with a tick on it&#10;&#10;Description automatically generated">
            <a:extLst>
              <a:ext uri="{FF2B5EF4-FFF2-40B4-BE49-F238E27FC236}">
                <a16:creationId xmlns:a16="http://schemas.microsoft.com/office/drawing/2014/main" id="{E1D68BC8-D6EE-DC5D-C906-C6AB7C120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832" y="1128963"/>
            <a:ext cx="508000" cy="508000"/>
          </a:xfrm>
          <a:prstGeom prst="rect">
            <a:avLst/>
          </a:prstGeom>
        </p:spPr>
      </p:pic>
      <p:pic>
        <p:nvPicPr>
          <p:cNvPr id="9" name="Picture 8" descr="A graphic of a graph with a green circle and a black background&#10;&#10;Description automatically generated">
            <a:extLst>
              <a:ext uri="{FF2B5EF4-FFF2-40B4-BE49-F238E27FC236}">
                <a16:creationId xmlns:a16="http://schemas.microsoft.com/office/drawing/2014/main" id="{25AF0493-955E-1350-B98D-542AF8C03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88" y="1128963"/>
            <a:ext cx="508000" cy="508000"/>
          </a:xfrm>
          <a:prstGeom prst="rect">
            <a:avLst/>
          </a:prstGeom>
        </p:spPr>
      </p:pic>
      <p:pic>
        <p:nvPicPr>
          <p:cNvPr id="11" name="Picture 10" descr="A green circle with blue x and black text&#10;&#10;Description automatically generated">
            <a:extLst>
              <a:ext uri="{FF2B5EF4-FFF2-40B4-BE49-F238E27FC236}">
                <a16:creationId xmlns:a16="http://schemas.microsoft.com/office/drawing/2014/main" id="{4662D874-D1F2-417E-91F7-0EC0C75B19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9010" y="1128963"/>
            <a:ext cx="508000" cy="508000"/>
          </a:xfrm>
          <a:prstGeom prst="rect">
            <a:avLst/>
          </a:prstGeom>
        </p:spPr>
      </p:pic>
      <p:pic>
        <p:nvPicPr>
          <p:cNvPr id="13" name="Picture 12" descr="A logo of a card&#10;&#10;Description automatically generated">
            <a:extLst>
              <a:ext uri="{FF2B5EF4-FFF2-40B4-BE49-F238E27FC236}">
                <a16:creationId xmlns:a16="http://schemas.microsoft.com/office/drawing/2014/main" id="{D70B4050-59BF-89E7-DA17-F58CF80551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3366" y="1128963"/>
            <a:ext cx="508000" cy="508000"/>
          </a:xfrm>
          <a:prstGeom prst="rect">
            <a:avLst/>
          </a:prstGeom>
        </p:spPr>
      </p:pic>
      <p:pic>
        <p:nvPicPr>
          <p:cNvPr id="15" name="Picture 14" descr="A green circle with a black background with a blue and black sign&#10;&#10;Description automatically generated">
            <a:extLst>
              <a:ext uri="{FF2B5EF4-FFF2-40B4-BE49-F238E27FC236}">
                <a16:creationId xmlns:a16="http://schemas.microsoft.com/office/drawing/2014/main" id="{7808D532-8811-015D-5CE2-B17CE08249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5544" y="1128963"/>
            <a:ext cx="508000" cy="508000"/>
          </a:xfrm>
          <a:prstGeom prst="rect">
            <a:avLst/>
          </a:prstGeom>
        </p:spPr>
      </p:pic>
      <p:pic>
        <p:nvPicPr>
          <p:cNvPr id="17" name="Picture 16" descr="A building with columns and a green circle&#10;&#10;Description automatically generated">
            <a:extLst>
              <a:ext uri="{FF2B5EF4-FFF2-40B4-BE49-F238E27FC236}">
                <a16:creationId xmlns:a16="http://schemas.microsoft.com/office/drawing/2014/main" id="{9EC4A182-F5E3-F946-6BE2-768F118815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7722" y="1128963"/>
            <a:ext cx="508000" cy="508000"/>
          </a:xfrm>
          <a:prstGeom prst="rect">
            <a:avLst/>
          </a:prstGeom>
        </p:spPr>
      </p:pic>
      <p:pic>
        <p:nvPicPr>
          <p:cNvPr id="19" name="Picture 18" descr="A logo of a location&#10;&#10;Description automatically generated">
            <a:extLst>
              <a:ext uri="{FF2B5EF4-FFF2-40B4-BE49-F238E27FC236}">
                <a16:creationId xmlns:a16="http://schemas.microsoft.com/office/drawing/2014/main" id="{DE4CFF2E-32D2-85EE-7C68-9471909018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2077" y="1128963"/>
            <a:ext cx="508000" cy="508000"/>
          </a:xfrm>
          <a:prstGeom prst="rect">
            <a:avLst/>
          </a:prstGeom>
        </p:spPr>
      </p:pic>
      <p:pic>
        <p:nvPicPr>
          <p:cNvPr id="21" name="Picture 20" descr="A logo of a letter p&#10;&#10;Description automatically generated">
            <a:extLst>
              <a:ext uri="{FF2B5EF4-FFF2-40B4-BE49-F238E27FC236}">
                <a16:creationId xmlns:a16="http://schemas.microsoft.com/office/drawing/2014/main" id="{38D6B187-AF3D-68A6-BED9-DB1FD3F046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9900" y="1128963"/>
            <a:ext cx="508000" cy="508000"/>
          </a:xfrm>
          <a:prstGeom prst="rect">
            <a:avLst/>
          </a:prstGeom>
        </p:spPr>
      </p:pic>
      <p:pic>
        <p:nvPicPr>
          <p:cNvPr id="23" name="Picture 22" descr="A green circle with arrows pointing upwards&#10;&#10;Description automatically generated">
            <a:extLst>
              <a:ext uri="{FF2B5EF4-FFF2-40B4-BE49-F238E27FC236}">
                <a16:creationId xmlns:a16="http://schemas.microsoft.com/office/drawing/2014/main" id="{1C24A445-6DA4-F975-E3EF-10068B2AF9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476" y="1782785"/>
            <a:ext cx="508000" cy="508000"/>
          </a:xfrm>
          <a:prstGeom prst="rect">
            <a:avLst/>
          </a:prstGeom>
        </p:spPr>
      </p:pic>
      <p:pic>
        <p:nvPicPr>
          <p:cNvPr id="25" name="Picture 24" descr="A green circle with a person and a check mark&#10;&#10;Description automatically generated">
            <a:extLst>
              <a:ext uri="{FF2B5EF4-FFF2-40B4-BE49-F238E27FC236}">
                <a16:creationId xmlns:a16="http://schemas.microsoft.com/office/drawing/2014/main" id="{FBECBBC1-C2E7-2688-B234-22FDADCDB5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4654" y="1782785"/>
            <a:ext cx="508000" cy="508000"/>
          </a:xfrm>
          <a:prstGeom prst="rect">
            <a:avLst/>
          </a:prstGeom>
        </p:spPr>
      </p:pic>
      <p:pic>
        <p:nvPicPr>
          <p:cNvPr id="27" name="Picture 26" descr="A triangle with a exclamation mark on it&#10;&#10;Description automatically generated">
            <a:extLst>
              <a:ext uri="{FF2B5EF4-FFF2-40B4-BE49-F238E27FC236}">
                <a16:creationId xmlns:a16="http://schemas.microsoft.com/office/drawing/2014/main" id="{4893A572-9C82-53E6-8AC3-593AF86FC1C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5544" y="1782785"/>
            <a:ext cx="508000" cy="508000"/>
          </a:xfrm>
          <a:prstGeom prst="rect">
            <a:avLst/>
          </a:prstGeom>
        </p:spPr>
      </p:pic>
      <p:pic>
        <p:nvPicPr>
          <p:cNvPr id="29" name="Picture 28" descr="A green and black stopwatch&#10;&#10;Description automatically generated">
            <a:extLst>
              <a:ext uri="{FF2B5EF4-FFF2-40B4-BE49-F238E27FC236}">
                <a16:creationId xmlns:a16="http://schemas.microsoft.com/office/drawing/2014/main" id="{C228B097-FB13-6DA8-DF1A-77624B9FCE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36832" y="1782785"/>
            <a:ext cx="508000" cy="508000"/>
          </a:xfrm>
          <a:prstGeom prst="rect">
            <a:avLst/>
          </a:prstGeom>
        </p:spPr>
      </p:pic>
      <p:pic>
        <p:nvPicPr>
          <p:cNvPr id="31" name="Picture 30" descr="A green circle with a blue check mark on it&#10;&#10;Description automatically generated">
            <a:extLst>
              <a:ext uri="{FF2B5EF4-FFF2-40B4-BE49-F238E27FC236}">
                <a16:creationId xmlns:a16="http://schemas.microsoft.com/office/drawing/2014/main" id="{66865A55-9211-0AD1-77C8-637456FA6B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81188" y="1782785"/>
            <a:ext cx="508000" cy="508000"/>
          </a:xfrm>
          <a:prstGeom prst="rect">
            <a:avLst/>
          </a:prstGeom>
        </p:spPr>
      </p:pic>
      <p:pic>
        <p:nvPicPr>
          <p:cNvPr id="33" name="Picture 32" descr="A logo of a triangle with a green circle&#10;&#10;Description automatically generated">
            <a:extLst>
              <a:ext uri="{FF2B5EF4-FFF2-40B4-BE49-F238E27FC236}">
                <a16:creationId xmlns:a16="http://schemas.microsoft.com/office/drawing/2014/main" id="{2BE894A4-1315-8EAD-0790-283DFDAB14A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59010" y="1782785"/>
            <a:ext cx="508000" cy="508000"/>
          </a:xfrm>
          <a:prstGeom prst="rect">
            <a:avLst/>
          </a:prstGeom>
        </p:spPr>
      </p:pic>
      <p:pic>
        <p:nvPicPr>
          <p:cNvPr id="35" name="Picture 34" descr="A triangle with a exclamation mark on it&#10;&#10;Description automatically generated">
            <a:extLst>
              <a:ext uri="{FF2B5EF4-FFF2-40B4-BE49-F238E27FC236}">
                <a16:creationId xmlns:a16="http://schemas.microsoft.com/office/drawing/2014/main" id="{C1AFCE2C-305C-D5C7-363A-45DDBEA448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7722" y="1782785"/>
            <a:ext cx="508000" cy="508000"/>
          </a:xfrm>
          <a:prstGeom prst="rect">
            <a:avLst/>
          </a:prstGeom>
        </p:spPr>
      </p:pic>
      <p:pic>
        <p:nvPicPr>
          <p:cNvPr id="37" name="Picture 36" descr="A green circle with arrows pointing at a triangle&#10;&#10;Description automatically generated">
            <a:extLst>
              <a:ext uri="{FF2B5EF4-FFF2-40B4-BE49-F238E27FC236}">
                <a16:creationId xmlns:a16="http://schemas.microsoft.com/office/drawing/2014/main" id="{10CDAFF5-DC9E-F868-BDF0-CFB5A14BAB0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9900" y="1782785"/>
            <a:ext cx="508000" cy="508000"/>
          </a:xfrm>
          <a:prstGeom prst="rect">
            <a:avLst/>
          </a:prstGeom>
        </p:spPr>
      </p:pic>
      <p:pic>
        <p:nvPicPr>
          <p:cNvPr id="39" name="Picture 38" descr="A lock on a green circle&#10;&#10;Description automatically generated">
            <a:extLst>
              <a:ext uri="{FF2B5EF4-FFF2-40B4-BE49-F238E27FC236}">
                <a16:creationId xmlns:a16="http://schemas.microsoft.com/office/drawing/2014/main" id="{4BD0193F-5D16-3A75-FAAD-DCAFB2743C3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03366" y="1782785"/>
            <a:ext cx="508000" cy="508000"/>
          </a:xfrm>
          <a:prstGeom prst="rect">
            <a:avLst/>
          </a:prstGeom>
        </p:spPr>
      </p:pic>
      <p:pic>
        <p:nvPicPr>
          <p:cNvPr id="41" name="Picture 40" descr="A green circle with a black and blue circle with a check mark&#10;&#10;Description automatically generated">
            <a:extLst>
              <a:ext uri="{FF2B5EF4-FFF2-40B4-BE49-F238E27FC236}">
                <a16:creationId xmlns:a16="http://schemas.microsoft.com/office/drawing/2014/main" id="{FB7B4D3E-231F-6856-34D8-3A449D9BD3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92077" y="1782785"/>
            <a:ext cx="508000" cy="508000"/>
          </a:xfrm>
          <a:prstGeom prst="rect">
            <a:avLst/>
          </a:prstGeom>
        </p:spPr>
      </p:pic>
      <p:pic>
        <p:nvPicPr>
          <p:cNvPr id="45" name="Picture 44" descr="A green circle with a percent sign&#10;&#10;Description automatically generated">
            <a:extLst>
              <a:ext uri="{FF2B5EF4-FFF2-40B4-BE49-F238E27FC236}">
                <a16:creationId xmlns:a16="http://schemas.microsoft.com/office/drawing/2014/main" id="{C1B182EE-7B2E-35D4-52A1-80DB7A9119D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1188" y="2436607"/>
            <a:ext cx="508000" cy="508000"/>
          </a:xfrm>
          <a:prstGeom prst="rect">
            <a:avLst/>
          </a:prstGeom>
        </p:spPr>
      </p:pic>
      <p:pic>
        <p:nvPicPr>
          <p:cNvPr id="47" name="Picture 46" descr="A logo of a wallet&#10;&#10;Description automatically generated">
            <a:extLst>
              <a:ext uri="{FF2B5EF4-FFF2-40B4-BE49-F238E27FC236}">
                <a16:creationId xmlns:a16="http://schemas.microsoft.com/office/drawing/2014/main" id="{BD1C342C-92A7-9716-04CB-92C103DD33A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2476" y="2436607"/>
            <a:ext cx="508000" cy="508000"/>
          </a:xfrm>
          <a:prstGeom prst="rect">
            <a:avLst/>
          </a:prstGeom>
        </p:spPr>
      </p:pic>
      <p:pic>
        <p:nvPicPr>
          <p:cNvPr id="49" name="Picture 48" descr="A green circle with arrows pointing to the side&#10;&#10;Description automatically generated">
            <a:extLst>
              <a:ext uri="{FF2B5EF4-FFF2-40B4-BE49-F238E27FC236}">
                <a16:creationId xmlns:a16="http://schemas.microsoft.com/office/drawing/2014/main" id="{9EF3275F-44B3-8067-5165-BBCA82726AA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36832" y="2436607"/>
            <a:ext cx="508000" cy="508000"/>
          </a:xfrm>
          <a:prstGeom prst="rect">
            <a:avLst/>
          </a:prstGeom>
        </p:spPr>
      </p:pic>
      <p:pic>
        <p:nvPicPr>
          <p:cNvPr id="51" name="Picture 50" descr="A logo of a lock in a circle&#10;&#10;Description automatically generated">
            <a:extLst>
              <a:ext uri="{FF2B5EF4-FFF2-40B4-BE49-F238E27FC236}">
                <a16:creationId xmlns:a16="http://schemas.microsoft.com/office/drawing/2014/main" id="{B995B71B-58C8-FC32-B190-3B923ABE58E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14654" y="2436607"/>
            <a:ext cx="508000" cy="508000"/>
          </a:xfrm>
          <a:prstGeom prst="rect">
            <a:avLst/>
          </a:prstGeom>
        </p:spPr>
      </p:pic>
      <p:pic>
        <p:nvPicPr>
          <p:cNvPr id="53" name="Picture 52" descr="A logo of a person with circles&#10;&#10;Description automatically generated">
            <a:extLst>
              <a:ext uri="{FF2B5EF4-FFF2-40B4-BE49-F238E27FC236}">
                <a16:creationId xmlns:a16="http://schemas.microsoft.com/office/drawing/2014/main" id="{C819AB70-1AF4-2931-08A2-D40305019F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59010" y="2436607"/>
            <a:ext cx="508000" cy="508000"/>
          </a:xfrm>
          <a:prstGeom prst="rect">
            <a:avLst/>
          </a:prstGeom>
        </p:spPr>
      </p:pic>
      <p:pic>
        <p:nvPicPr>
          <p:cNvPr id="55" name="Picture 54" descr="A green circle with a blue and black circle with a euro sign and arrow down&#10;&#10;Description automatically generated">
            <a:extLst>
              <a:ext uri="{FF2B5EF4-FFF2-40B4-BE49-F238E27FC236}">
                <a16:creationId xmlns:a16="http://schemas.microsoft.com/office/drawing/2014/main" id="{686BE2FC-CCEC-3053-613D-3E824697904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03366" y="2436607"/>
            <a:ext cx="508000" cy="508000"/>
          </a:xfrm>
          <a:prstGeom prst="rect">
            <a:avLst/>
          </a:prstGeom>
        </p:spPr>
      </p:pic>
      <p:pic>
        <p:nvPicPr>
          <p:cNvPr id="57" name="Picture 56" descr="A logo of a chat bubble with a star&#10;&#10;Description automatically generated">
            <a:extLst>
              <a:ext uri="{FF2B5EF4-FFF2-40B4-BE49-F238E27FC236}">
                <a16:creationId xmlns:a16="http://schemas.microsoft.com/office/drawing/2014/main" id="{4E19CAE7-D96D-27EA-CC49-3518364FB88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25544" y="2436607"/>
            <a:ext cx="508000" cy="508000"/>
          </a:xfrm>
          <a:prstGeom prst="rect">
            <a:avLst/>
          </a:prstGeom>
        </p:spPr>
      </p:pic>
      <p:pic>
        <p:nvPicPr>
          <p:cNvPr id="59" name="Picture 58" descr="A logo of a pen in a square with a green circle&#10;&#10;Description automatically generated">
            <a:extLst>
              <a:ext uri="{FF2B5EF4-FFF2-40B4-BE49-F238E27FC236}">
                <a16:creationId xmlns:a16="http://schemas.microsoft.com/office/drawing/2014/main" id="{F3B0F30A-4025-A0F5-D682-FCB38FEE924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47722" y="2436607"/>
            <a:ext cx="508000" cy="508000"/>
          </a:xfrm>
          <a:prstGeom prst="rect">
            <a:avLst/>
          </a:prstGeom>
        </p:spPr>
      </p:pic>
      <p:pic>
        <p:nvPicPr>
          <p:cNvPr id="61" name="Picture 60" descr="A green and black stopwatch&#10;&#10;Description automatically generated">
            <a:extLst>
              <a:ext uri="{FF2B5EF4-FFF2-40B4-BE49-F238E27FC236}">
                <a16:creationId xmlns:a16="http://schemas.microsoft.com/office/drawing/2014/main" id="{88AFC7C2-A5C5-EB34-819C-5E79080CB83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69900" y="2436607"/>
            <a:ext cx="508000" cy="508000"/>
          </a:xfrm>
          <a:prstGeom prst="rect">
            <a:avLst/>
          </a:prstGeom>
        </p:spPr>
      </p:pic>
      <p:pic>
        <p:nvPicPr>
          <p:cNvPr id="63" name="Picture 62" descr="A logo of a shield with a lock&#10;&#10;Description automatically generated">
            <a:extLst>
              <a:ext uri="{FF2B5EF4-FFF2-40B4-BE49-F238E27FC236}">
                <a16:creationId xmlns:a16="http://schemas.microsoft.com/office/drawing/2014/main" id="{2E550967-A060-5740-2293-9C486917A3F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92077" y="2436607"/>
            <a:ext cx="508000" cy="508000"/>
          </a:xfrm>
          <a:prstGeom prst="rect">
            <a:avLst/>
          </a:prstGeom>
        </p:spPr>
      </p:pic>
      <p:pic>
        <p:nvPicPr>
          <p:cNvPr id="897" name="Picture 896" descr="A green circle with a black arrow and a blue circle with a green circle and a black background&#10;&#10;Description automatically generated">
            <a:extLst>
              <a:ext uri="{FF2B5EF4-FFF2-40B4-BE49-F238E27FC236}">
                <a16:creationId xmlns:a16="http://schemas.microsoft.com/office/drawing/2014/main" id="{7016FE22-B750-C873-CC02-C2CC55D3022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92476" y="3090429"/>
            <a:ext cx="508000" cy="508000"/>
          </a:xfrm>
          <a:prstGeom prst="rect">
            <a:avLst/>
          </a:prstGeom>
        </p:spPr>
      </p:pic>
      <p:pic>
        <p:nvPicPr>
          <p:cNvPr id="899" name="Picture 898">
            <a:extLst>
              <a:ext uri="{FF2B5EF4-FFF2-40B4-BE49-F238E27FC236}">
                <a16:creationId xmlns:a16="http://schemas.microsoft.com/office/drawing/2014/main" id="{2A2D76D9-7EB0-3CB7-822E-1B1FC33B5A2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14654" y="3090429"/>
            <a:ext cx="508000" cy="508000"/>
          </a:xfrm>
          <a:prstGeom prst="rect">
            <a:avLst/>
          </a:prstGeom>
        </p:spPr>
      </p:pic>
      <p:pic>
        <p:nvPicPr>
          <p:cNvPr id="901" name="Picture 900" descr="A logo of a green circle with arrows and squares&#10;&#10;Description automatically generated">
            <a:extLst>
              <a:ext uri="{FF2B5EF4-FFF2-40B4-BE49-F238E27FC236}">
                <a16:creationId xmlns:a16="http://schemas.microsoft.com/office/drawing/2014/main" id="{6C3E8034-F50E-01CB-2E63-CD101D6129F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536832" y="3090429"/>
            <a:ext cx="508000" cy="508000"/>
          </a:xfrm>
          <a:prstGeom prst="rect">
            <a:avLst/>
          </a:prstGeom>
        </p:spPr>
      </p:pic>
      <p:pic>
        <p:nvPicPr>
          <p:cNvPr id="903" name="Picture 902" descr="A graphic on a screen&#10;&#10;Description automatically generated with medium confidence">
            <a:extLst>
              <a:ext uri="{FF2B5EF4-FFF2-40B4-BE49-F238E27FC236}">
                <a16:creationId xmlns:a16="http://schemas.microsoft.com/office/drawing/2014/main" id="{2836BE34-301E-90BB-733A-8D6CE75D131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59010" y="3090429"/>
            <a:ext cx="508000" cy="508000"/>
          </a:xfrm>
          <a:prstGeom prst="rect">
            <a:avLst/>
          </a:prstGeom>
        </p:spPr>
      </p:pic>
      <p:pic>
        <p:nvPicPr>
          <p:cNvPr id="905" name="Picture 904" descr="A logo of a company&#10;&#10;Description automatically generated">
            <a:extLst>
              <a:ext uri="{FF2B5EF4-FFF2-40B4-BE49-F238E27FC236}">
                <a16:creationId xmlns:a16="http://schemas.microsoft.com/office/drawing/2014/main" id="{15AA96F5-EC15-AE90-C309-4F9F767DECF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981188" y="3090429"/>
            <a:ext cx="508000" cy="508000"/>
          </a:xfrm>
          <a:prstGeom prst="rect">
            <a:avLst/>
          </a:prstGeom>
        </p:spPr>
      </p:pic>
      <p:pic>
        <p:nvPicPr>
          <p:cNvPr id="907" name="Picture 906" descr="A logo of a music player&#10;&#10;Description automatically generated with medium confidence">
            <a:extLst>
              <a:ext uri="{FF2B5EF4-FFF2-40B4-BE49-F238E27FC236}">
                <a16:creationId xmlns:a16="http://schemas.microsoft.com/office/drawing/2014/main" id="{CEA15576-350A-534B-9741-15F74476645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703366" y="3090429"/>
            <a:ext cx="508000" cy="508000"/>
          </a:xfrm>
          <a:prstGeom prst="rect">
            <a:avLst/>
          </a:prstGeom>
        </p:spPr>
      </p:pic>
      <p:pic>
        <p:nvPicPr>
          <p:cNvPr id="909" name="Picture 908" descr="A green circle with a black circle around it&#10;&#10;Description automatically generated">
            <a:extLst>
              <a:ext uri="{FF2B5EF4-FFF2-40B4-BE49-F238E27FC236}">
                <a16:creationId xmlns:a16="http://schemas.microsoft.com/office/drawing/2014/main" id="{BBFBF5AD-4D33-F20D-2E27-4B5BA429F0BB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25544" y="3090429"/>
            <a:ext cx="508000" cy="508000"/>
          </a:xfrm>
          <a:prstGeom prst="rect">
            <a:avLst/>
          </a:prstGeom>
        </p:spPr>
      </p:pic>
      <p:pic>
        <p:nvPicPr>
          <p:cNvPr id="911" name="Picture 910" descr="A logo of a green circle&#10;&#10;Description automatically generated">
            <a:extLst>
              <a:ext uri="{FF2B5EF4-FFF2-40B4-BE49-F238E27FC236}">
                <a16:creationId xmlns:a16="http://schemas.microsoft.com/office/drawing/2014/main" id="{570FE687-C171-76C9-3EEF-C4BCCA773F2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47722" y="3090429"/>
            <a:ext cx="508000" cy="508000"/>
          </a:xfrm>
          <a:prstGeom prst="rect">
            <a:avLst/>
          </a:prstGeom>
        </p:spPr>
      </p:pic>
      <p:pic>
        <p:nvPicPr>
          <p:cNvPr id="925" name="Picture 924" descr="A logo of a box and a glass&#10;&#10;Description automatically generated">
            <a:extLst>
              <a:ext uri="{FF2B5EF4-FFF2-40B4-BE49-F238E27FC236}">
                <a16:creationId xmlns:a16="http://schemas.microsoft.com/office/drawing/2014/main" id="{1AB8BC63-FD37-BEEE-9FAA-57BB57C65561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05176" y="3744251"/>
            <a:ext cx="482600" cy="508000"/>
          </a:xfrm>
          <a:prstGeom prst="rect">
            <a:avLst/>
          </a:prstGeom>
        </p:spPr>
      </p:pic>
      <p:pic>
        <p:nvPicPr>
          <p:cNvPr id="927" name="Picture 926" descr="A green circle with arrows&#10;&#10;Description automatically generated">
            <a:extLst>
              <a:ext uri="{FF2B5EF4-FFF2-40B4-BE49-F238E27FC236}">
                <a16:creationId xmlns:a16="http://schemas.microsoft.com/office/drawing/2014/main" id="{706EDF4E-CF73-E168-0178-1710EB1ED1F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803365" y="3744251"/>
            <a:ext cx="508000" cy="508000"/>
          </a:xfrm>
          <a:prstGeom prst="rect">
            <a:avLst/>
          </a:prstGeom>
        </p:spPr>
      </p:pic>
      <p:pic>
        <p:nvPicPr>
          <p:cNvPr id="929" name="Picture 928" descr="A logo of a gear with a green circle&#10;&#10;Description automatically generated">
            <a:extLst>
              <a:ext uri="{FF2B5EF4-FFF2-40B4-BE49-F238E27FC236}">
                <a16:creationId xmlns:a16="http://schemas.microsoft.com/office/drawing/2014/main" id="{07CB84B9-2157-890B-7689-1EDB6531A07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526954" y="3744251"/>
            <a:ext cx="508000" cy="508000"/>
          </a:xfrm>
          <a:prstGeom prst="rect">
            <a:avLst/>
          </a:prstGeom>
        </p:spPr>
      </p:pic>
      <p:pic>
        <p:nvPicPr>
          <p:cNvPr id="931" name="Picture 930" descr="A green and black circle with black circles and dots&#10;&#10;Description automatically generated with medium confidence">
            <a:extLst>
              <a:ext uri="{FF2B5EF4-FFF2-40B4-BE49-F238E27FC236}">
                <a16:creationId xmlns:a16="http://schemas.microsoft.com/office/drawing/2014/main" id="{202C4875-AC8B-D10E-BBBE-EAE547512F65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250543" y="3744251"/>
            <a:ext cx="508000" cy="508000"/>
          </a:xfrm>
          <a:prstGeom prst="rect">
            <a:avLst/>
          </a:prstGeom>
        </p:spPr>
      </p:pic>
      <p:pic>
        <p:nvPicPr>
          <p:cNvPr id="933" name="Picture 932" descr="A box with a green circle&#10;&#10;Description automatically generated">
            <a:extLst>
              <a:ext uri="{FF2B5EF4-FFF2-40B4-BE49-F238E27FC236}">
                <a16:creationId xmlns:a16="http://schemas.microsoft.com/office/drawing/2014/main" id="{C6882A59-D9C5-4496-2F41-BDAFA584608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74132" y="3744251"/>
            <a:ext cx="508000" cy="508000"/>
          </a:xfrm>
          <a:prstGeom prst="rect">
            <a:avLst/>
          </a:prstGeom>
        </p:spPr>
      </p:pic>
      <p:pic>
        <p:nvPicPr>
          <p:cNvPr id="935" name="Picture 934" descr="A green circle with arrows&#10;&#10;Description automatically generated">
            <a:extLst>
              <a:ext uri="{FF2B5EF4-FFF2-40B4-BE49-F238E27FC236}">
                <a16:creationId xmlns:a16="http://schemas.microsoft.com/office/drawing/2014/main" id="{39FE5928-6FB9-2E1D-09ED-A263929F796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97721" y="3744251"/>
            <a:ext cx="508000" cy="508000"/>
          </a:xfrm>
          <a:prstGeom prst="rect">
            <a:avLst/>
          </a:prstGeom>
        </p:spPr>
      </p:pic>
      <p:pic>
        <p:nvPicPr>
          <p:cNvPr id="937" name="Picture 936" descr="A blue and black shopping cart&#10;&#10;Description automatically generated">
            <a:extLst>
              <a:ext uri="{FF2B5EF4-FFF2-40B4-BE49-F238E27FC236}">
                <a16:creationId xmlns:a16="http://schemas.microsoft.com/office/drawing/2014/main" id="{6990DA3B-6FF0-945C-0DBE-C6C97DA4EDF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421310" y="3744251"/>
            <a:ext cx="508000" cy="508000"/>
          </a:xfrm>
          <a:prstGeom prst="rect">
            <a:avLst/>
          </a:prstGeom>
        </p:spPr>
      </p:pic>
      <p:pic>
        <p:nvPicPr>
          <p:cNvPr id="939" name="Picture 938" descr="A logo of a magnifying glass&#10;&#10;Description automatically generated">
            <a:extLst>
              <a:ext uri="{FF2B5EF4-FFF2-40B4-BE49-F238E27FC236}">
                <a16:creationId xmlns:a16="http://schemas.microsoft.com/office/drawing/2014/main" id="{8F9010B2-5E83-DA94-CD59-06E8A5FE87E1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44899" y="3744251"/>
            <a:ext cx="508000" cy="508000"/>
          </a:xfrm>
          <a:prstGeom prst="rect">
            <a:avLst/>
          </a:prstGeom>
        </p:spPr>
      </p:pic>
      <p:pic>
        <p:nvPicPr>
          <p:cNvPr id="941" name="Picture 940" descr="A green circle with black lines&#10;&#10;Description automatically generated">
            <a:extLst>
              <a:ext uri="{FF2B5EF4-FFF2-40B4-BE49-F238E27FC236}">
                <a16:creationId xmlns:a16="http://schemas.microsoft.com/office/drawing/2014/main" id="{E25B533A-AF35-C643-F8E9-9DB1ABC9BD1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868488" y="3744251"/>
            <a:ext cx="508000" cy="508000"/>
          </a:xfrm>
          <a:prstGeom prst="rect">
            <a:avLst/>
          </a:prstGeom>
        </p:spPr>
      </p:pic>
      <p:pic>
        <p:nvPicPr>
          <p:cNvPr id="943" name="Picture 942" descr="A green circle with arrows&#10;&#10;Description automatically generated">
            <a:extLst>
              <a:ext uri="{FF2B5EF4-FFF2-40B4-BE49-F238E27FC236}">
                <a16:creationId xmlns:a16="http://schemas.microsoft.com/office/drawing/2014/main" id="{1EAB89FD-9E54-7F88-9C51-C55DF4182FB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869900" y="3090429"/>
            <a:ext cx="508000" cy="508000"/>
          </a:xfrm>
          <a:prstGeom prst="rect">
            <a:avLst/>
          </a:prstGeom>
        </p:spPr>
      </p:pic>
      <p:pic>
        <p:nvPicPr>
          <p:cNvPr id="945" name="Picture 944" descr="A hand with a green circle&#10;&#10;Description automatically generated">
            <a:extLst>
              <a:ext uri="{FF2B5EF4-FFF2-40B4-BE49-F238E27FC236}">
                <a16:creationId xmlns:a16="http://schemas.microsoft.com/office/drawing/2014/main" id="{271F2C81-9F85-ED3C-8875-D871376074AD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592077" y="3090429"/>
            <a:ext cx="508000" cy="508000"/>
          </a:xfrm>
          <a:prstGeom prst="rect">
            <a:avLst/>
          </a:prstGeom>
        </p:spPr>
      </p:pic>
      <p:pic>
        <p:nvPicPr>
          <p:cNvPr id="1214" name="Picture 1213" descr="A logo of a plant&#10;&#10;Description automatically generated">
            <a:extLst>
              <a:ext uri="{FF2B5EF4-FFF2-40B4-BE49-F238E27FC236}">
                <a16:creationId xmlns:a16="http://schemas.microsoft.com/office/drawing/2014/main" id="{03038931-0B8C-460C-D50A-B00891BD2E81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592077" y="3744251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5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46">
          <a:extLst>
            <a:ext uri="{FF2B5EF4-FFF2-40B4-BE49-F238E27FC236}">
              <a16:creationId xmlns:a16="http://schemas.microsoft.com/office/drawing/2014/main" id="{A194BB13-3F60-FFD1-45E8-ACF61BB8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0">
            <a:extLst>
              <a:ext uri="{FF2B5EF4-FFF2-40B4-BE49-F238E27FC236}">
                <a16:creationId xmlns:a16="http://schemas.microsoft.com/office/drawing/2014/main" id="{87650113-E6BC-6241-D611-E5112709AFF1}"/>
              </a:ext>
            </a:extLst>
          </p:cNvPr>
          <p:cNvSpPr txBox="1"/>
          <p:nvPr/>
        </p:nvSpPr>
        <p:spPr>
          <a:xfrm>
            <a:off x="2884289" y="467136"/>
            <a:ext cx="337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2100"/>
              <a:buFont typeface="Arial"/>
              <a:buNone/>
            </a:pPr>
            <a:r>
              <a:rPr lang="fr" sz="2000" dirty="0" err="1">
                <a:solidFill>
                  <a:schemeClr val="dk1"/>
                </a:solidFill>
                <a:latin typeface="Montserrat SemiBold"/>
                <a:sym typeface="Montserrat SemiBold"/>
              </a:rPr>
              <a:t>Icons</a:t>
            </a:r>
            <a:endParaRPr sz="2000" dirty="0">
              <a:solidFill>
                <a:schemeClr val="dk1"/>
              </a:solidFill>
              <a:latin typeface="Montserrat SemiBold"/>
              <a:sym typeface="Montserrat SemiBold"/>
            </a:endParaRPr>
          </a:p>
        </p:txBody>
      </p:sp>
      <p:pic>
        <p:nvPicPr>
          <p:cNvPr id="913" name="Picture 912" descr="A logo of a badge&#10;&#10;Description automatically generated">
            <a:extLst>
              <a:ext uri="{FF2B5EF4-FFF2-40B4-BE49-F238E27FC236}">
                <a16:creationId xmlns:a16="http://schemas.microsoft.com/office/drawing/2014/main" id="{7C743608-9BA2-6713-FA66-18F37716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79" y="1145897"/>
            <a:ext cx="508000" cy="508000"/>
          </a:xfrm>
          <a:prstGeom prst="rect">
            <a:avLst/>
          </a:prstGeom>
        </p:spPr>
      </p:pic>
      <p:pic>
        <p:nvPicPr>
          <p:cNvPr id="915" name="Picture 914" descr="A logo of a computer software company&#10;&#10;Description automatically generated with medium confidence">
            <a:extLst>
              <a:ext uri="{FF2B5EF4-FFF2-40B4-BE49-F238E27FC236}">
                <a16:creationId xmlns:a16="http://schemas.microsoft.com/office/drawing/2014/main" id="{2133F691-E376-47BB-FE81-A5E9ABD0E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157" y="1145897"/>
            <a:ext cx="508000" cy="508000"/>
          </a:xfrm>
          <a:prstGeom prst="rect">
            <a:avLst/>
          </a:prstGeom>
        </p:spPr>
      </p:pic>
      <p:pic>
        <p:nvPicPr>
          <p:cNvPr id="917" name="Picture 916" descr="A group of arrows pointing up&#10;&#10;Description automatically generated">
            <a:extLst>
              <a:ext uri="{FF2B5EF4-FFF2-40B4-BE49-F238E27FC236}">
                <a16:creationId xmlns:a16="http://schemas.microsoft.com/office/drawing/2014/main" id="{048D2F2D-439D-D689-8D8C-097053CAD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335" y="1145897"/>
            <a:ext cx="508000" cy="508000"/>
          </a:xfrm>
          <a:prstGeom prst="rect">
            <a:avLst/>
          </a:prstGeom>
        </p:spPr>
      </p:pic>
      <p:pic>
        <p:nvPicPr>
          <p:cNvPr id="919" name="Picture 918" descr="A logo of a lightning bolt&#10;&#10;Description automatically generated">
            <a:extLst>
              <a:ext uri="{FF2B5EF4-FFF2-40B4-BE49-F238E27FC236}">
                <a16:creationId xmlns:a16="http://schemas.microsoft.com/office/drawing/2014/main" id="{3BBF7C6F-209F-B299-936B-E33F96F2C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512" y="1145897"/>
            <a:ext cx="508000" cy="508000"/>
          </a:xfrm>
          <a:prstGeom prst="rect">
            <a:avLst/>
          </a:prstGeom>
        </p:spPr>
      </p:pic>
      <p:pic>
        <p:nvPicPr>
          <p:cNvPr id="921" name="Picture 920" descr="A logo of a green circle&#10;&#10;Description automatically generated">
            <a:extLst>
              <a:ext uri="{FF2B5EF4-FFF2-40B4-BE49-F238E27FC236}">
                <a16:creationId xmlns:a16="http://schemas.microsoft.com/office/drawing/2014/main" id="{F50271F7-58B6-739E-7D82-ACE854377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11" y="1797108"/>
            <a:ext cx="508000" cy="508000"/>
          </a:xfrm>
          <a:prstGeom prst="rect">
            <a:avLst/>
          </a:prstGeom>
        </p:spPr>
      </p:pic>
      <p:pic>
        <p:nvPicPr>
          <p:cNvPr id="923" name="Picture 922" descr="A green circle with a tick in it&#10;&#10;Description automatically generated">
            <a:extLst>
              <a:ext uri="{FF2B5EF4-FFF2-40B4-BE49-F238E27FC236}">
                <a16:creationId xmlns:a16="http://schemas.microsoft.com/office/drawing/2014/main" id="{7FE1D92E-98DD-20E5-66D3-3CAFBA6109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3089" y="1797108"/>
            <a:ext cx="508000" cy="508000"/>
          </a:xfrm>
          <a:prstGeom prst="rect">
            <a:avLst/>
          </a:prstGeom>
        </p:spPr>
      </p:pic>
      <p:pic>
        <p:nvPicPr>
          <p:cNvPr id="2" name="Picture 1" descr="A green and blue clock&#10;&#10;Description automatically generated">
            <a:extLst>
              <a:ext uri="{FF2B5EF4-FFF2-40B4-BE49-F238E27FC236}">
                <a16:creationId xmlns:a16="http://schemas.microsoft.com/office/drawing/2014/main" id="{3EE97B1B-A58F-1888-E1DE-0E371737DE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911" y="1145897"/>
            <a:ext cx="508000" cy="508000"/>
          </a:xfrm>
          <a:prstGeom prst="rect">
            <a:avLst/>
          </a:prstGeom>
        </p:spPr>
      </p:pic>
      <p:pic>
        <p:nvPicPr>
          <p:cNvPr id="4" name="Picture 3" descr="A light bulb on a green circle&#10;&#10;Description automatically generated">
            <a:extLst>
              <a:ext uri="{FF2B5EF4-FFF2-40B4-BE49-F238E27FC236}">
                <a16:creationId xmlns:a16="http://schemas.microsoft.com/office/drawing/2014/main" id="{7D48DDEC-11DB-0652-AA3C-E7758EB20D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3089" y="1145897"/>
            <a:ext cx="508000" cy="508000"/>
          </a:xfrm>
          <a:prstGeom prst="rect">
            <a:avLst/>
          </a:prstGeom>
        </p:spPr>
      </p:pic>
      <p:pic>
        <p:nvPicPr>
          <p:cNvPr id="6" name="Picture 5" descr="A green circle with a blue symbol on it&#10;&#10;Description automatically generated">
            <a:extLst>
              <a:ext uri="{FF2B5EF4-FFF2-40B4-BE49-F238E27FC236}">
                <a16:creationId xmlns:a16="http://schemas.microsoft.com/office/drawing/2014/main" id="{FF879FDF-2084-1512-8235-085BAFB38C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5267" y="1145897"/>
            <a:ext cx="508000" cy="508000"/>
          </a:xfrm>
          <a:prstGeom prst="rect">
            <a:avLst/>
          </a:prstGeom>
        </p:spPr>
      </p:pic>
      <p:pic>
        <p:nvPicPr>
          <p:cNvPr id="8" name="Picture 7" descr="A green circle with a blue circle with a green circle with a black background&#10;&#10;Description automatically generated">
            <a:extLst>
              <a:ext uri="{FF2B5EF4-FFF2-40B4-BE49-F238E27FC236}">
                <a16:creationId xmlns:a16="http://schemas.microsoft.com/office/drawing/2014/main" id="{43384090-1A5F-CD03-7EAB-E580400350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7445" y="1145897"/>
            <a:ext cx="508000" cy="508000"/>
          </a:xfrm>
          <a:prstGeom prst="rect">
            <a:avLst/>
          </a:prstGeom>
        </p:spPr>
      </p:pic>
      <p:pic>
        <p:nvPicPr>
          <p:cNvPr id="10" name="Picture 9" descr="A hand holding a coin&#10;&#10;Description automatically generated">
            <a:extLst>
              <a:ext uri="{FF2B5EF4-FFF2-40B4-BE49-F238E27FC236}">
                <a16:creationId xmlns:a16="http://schemas.microsoft.com/office/drawing/2014/main" id="{478C06FB-16BB-5653-FBB3-BBA8762D74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9623" y="1145897"/>
            <a:ext cx="508000" cy="508000"/>
          </a:xfrm>
          <a:prstGeom prst="rect">
            <a:avLst/>
          </a:prstGeom>
        </p:spPr>
      </p:pic>
      <p:pic>
        <p:nvPicPr>
          <p:cNvPr id="12" name="Picture 11" descr="A black and blue piggy bank&#10;&#10;Description automatically generated">
            <a:extLst>
              <a:ext uri="{FF2B5EF4-FFF2-40B4-BE49-F238E27FC236}">
                <a16:creationId xmlns:a16="http://schemas.microsoft.com/office/drawing/2014/main" id="{21015DD9-B5E5-4628-1F38-25369882CD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1801" y="1145897"/>
            <a:ext cx="508000" cy="508000"/>
          </a:xfrm>
          <a:prstGeom prst="rect">
            <a:avLst/>
          </a:prstGeom>
        </p:spPr>
      </p:pic>
      <p:pic>
        <p:nvPicPr>
          <p:cNvPr id="16" name="Picture 15" descr="A logo of a mountain with a flag on top&#10;&#10;Description automatically generated">
            <a:extLst>
              <a:ext uri="{FF2B5EF4-FFF2-40B4-BE49-F238E27FC236}">
                <a16:creationId xmlns:a16="http://schemas.microsoft.com/office/drawing/2014/main" id="{F6A778ED-407D-5118-79AF-F4EACC0FE9C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5267" y="1797108"/>
            <a:ext cx="508000" cy="508000"/>
          </a:xfrm>
          <a:prstGeom prst="rect">
            <a:avLst/>
          </a:prstGeom>
        </p:spPr>
      </p:pic>
      <p:pic>
        <p:nvPicPr>
          <p:cNvPr id="20" name="Picture 19" descr="A handshake with a green circle&#10;&#10;Description automatically generated">
            <a:extLst>
              <a:ext uri="{FF2B5EF4-FFF2-40B4-BE49-F238E27FC236}">
                <a16:creationId xmlns:a16="http://schemas.microsoft.com/office/drawing/2014/main" id="{20E7D706-BA3B-1DF9-87E1-6049DF649B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7445" y="1797108"/>
            <a:ext cx="508000" cy="508000"/>
          </a:xfrm>
          <a:prstGeom prst="rect">
            <a:avLst/>
          </a:prstGeom>
        </p:spPr>
      </p:pic>
      <p:pic>
        <p:nvPicPr>
          <p:cNvPr id="24" name="Picture 23" descr="A group of people in a circle&#10;&#10;Description automatically generated">
            <a:extLst>
              <a:ext uri="{FF2B5EF4-FFF2-40B4-BE49-F238E27FC236}">
                <a16:creationId xmlns:a16="http://schemas.microsoft.com/office/drawing/2014/main" id="{19A32260-6EDB-099F-7219-C3CDA3A392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39623" y="1797108"/>
            <a:ext cx="508000" cy="508000"/>
          </a:xfrm>
          <a:prstGeom prst="rect">
            <a:avLst/>
          </a:prstGeom>
        </p:spPr>
      </p:pic>
      <p:pic>
        <p:nvPicPr>
          <p:cNvPr id="28" name="Picture 27" descr="A logo of a lock and a plus&#10;&#10;Description automatically generated">
            <a:extLst>
              <a:ext uri="{FF2B5EF4-FFF2-40B4-BE49-F238E27FC236}">
                <a16:creationId xmlns:a16="http://schemas.microsoft.com/office/drawing/2014/main" id="{65588B3C-ABAD-922A-EB89-947B90CF1A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1801" y="1797108"/>
            <a:ext cx="508000" cy="508000"/>
          </a:xfrm>
          <a:prstGeom prst="rect">
            <a:avLst/>
          </a:prstGeom>
        </p:spPr>
      </p:pic>
      <p:pic>
        <p:nvPicPr>
          <p:cNvPr id="32" name="Picture 31" descr="A green and black circle with black lines&#10;&#10;Description automatically generated">
            <a:extLst>
              <a:ext uri="{FF2B5EF4-FFF2-40B4-BE49-F238E27FC236}">
                <a16:creationId xmlns:a16="http://schemas.microsoft.com/office/drawing/2014/main" id="{C6D3B685-C1C4-9259-4495-D0F12ECC04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3979" y="1797108"/>
            <a:ext cx="508000" cy="508000"/>
          </a:xfrm>
          <a:prstGeom prst="rect">
            <a:avLst/>
          </a:prstGeom>
        </p:spPr>
      </p:pic>
      <p:pic>
        <p:nvPicPr>
          <p:cNvPr id="40" name="Picture 39" descr="A green circle with a black arrow pointing down&#10;&#10;Description automatically generated">
            <a:extLst>
              <a:ext uri="{FF2B5EF4-FFF2-40B4-BE49-F238E27FC236}">
                <a16:creationId xmlns:a16="http://schemas.microsoft.com/office/drawing/2014/main" id="{693B20B5-3055-BE27-BDD4-983E07C5530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06157" y="1797108"/>
            <a:ext cx="508000" cy="508000"/>
          </a:xfrm>
          <a:prstGeom prst="rect">
            <a:avLst/>
          </a:prstGeom>
        </p:spPr>
      </p:pic>
      <p:pic>
        <p:nvPicPr>
          <p:cNvPr id="43" name="Picture 42" descr="A headphones with a green circle&#10;&#10;Description automatically generated">
            <a:extLst>
              <a:ext uri="{FF2B5EF4-FFF2-40B4-BE49-F238E27FC236}">
                <a16:creationId xmlns:a16="http://schemas.microsoft.com/office/drawing/2014/main" id="{17C44533-EC7B-B7F8-1533-DF34AC13C62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0911" y="2469020"/>
            <a:ext cx="508000" cy="508000"/>
          </a:xfrm>
          <a:prstGeom prst="rect">
            <a:avLst/>
          </a:prstGeom>
        </p:spPr>
      </p:pic>
      <p:pic>
        <p:nvPicPr>
          <p:cNvPr id="46" name="Picture 45" descr="A key on a green circle&#10;&#10;Description automatically generated">
            <a:extLst>
              <a:ext uri="{FF2B5EF4-FFF2-40B4-BE49-F238E27FC236}">
                <a16:creationId xmlns:a16="http://schemas.microsoft.com/office/drawing/2014/main" id="{6FCE2A53-3DFF-9AAC-0C33-B902D69F552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28335" y="1797108"/>
            <a:ext cx="508000" cy="508000"/>
          </a:xfrm>
          <a:prstGeom prst="rect">
            <a:avLst/>
          </a:prstGeom>
        </p:spPr>
      </p:pic>
      <p:pic>
        <p:nvPicPr>
          <p:cNvPr id="50" name="Picture 49" descr="A key on a green circle&#10;&#10;Description automatically generated">
            <a:extLst>
              <a:ext uri="{FF2B5EF4-FFF2-40B4-BE49-F238E27FC236}">
                <a16:creationId xmlns:a16="http://schemas.microsoft.com/office/drawing/2014/main" id="{7FDF2014-FD20-C247-CFE4-AA00367DE79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50512" y="1797108"/>
            <a:ext cx="508000" cy="508000"/>
          </a:xfrm>
          <a:prstGeom prst="rect">
            <a:avLst/>
          </a:prstGeom>
        </p:spPr>
      </p:pic>
      <p:pic>
        <p:nvPicPr>
          <p:cNvPr id="54" name="Picture 53" descr="A green circle with a cross&#10;&#10;Description automatically generated">
            <a:extLst>
              <a:ext uri="{FF2B5EF4-FFF2-40B4-BE49-F238E27FC236}">
                <a16:creationId xmlns:a16="http://schemas.microsoft.com/office/drawing/2014/main" id="{B407D7CE-5781-1A10-5D02-F698BBC37BA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70972" y="2469020"/>
            <a:ext cx="508000" cy="508000"/>
          </a:xfrm>
          <a:prstGeom prst="rect">
            <a:avLst/>
          </a:prstGeom>
        </p:spPr>
      </p:pic>
      <p:pic>
        <p:nvPicPr>
          <p:cNvPr id="58" name="Picture 57" descr="A green circle with a black background with a quote marks in a square&#10;&#10;Description automatically generated with medium confidence">
            <a:extLst>
              <a:ext uri="{FF2B5EF4-FFF2-40B4-BE49-F238E27FC236}">
                <a16:creationId xmlns:a16="http://schemas.microsoft.com/office/drawing/2014/main" id="{70DAFC46-342B-0B5E-703F-FAFFFC710A3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31155" y="2469020"/>
            <a:ext cx="508000" cy="508000"/>
          </a:xfrm>
          <a:prstGeom prst="rect">
            <a:avLst/>
          </a:prstGeom>
        </p:spPr>
      </p:pic>
      <p:pic>
        <p:nvPicPr>
          <p:cNvPr id="62" name="Picture 61" descr="A green circle with arrows pointing to the center&#10;&#10;Description automatically generated">
            <a:extLst>
              <a:ext uri="{FF2B5EF4-FFF2-40B4-BE49-F238E27FC236}">
                <a16:creationId xmlns:a16="http://schemas.microsoft.com/office/drawing/2014/main" id="{D40C2656-A905-467C-9013-9B049688383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91033" y="2469020"/>
            <a:ext cx="508000" cy="508000"/>
          </a:xfrm>
          <a:prstGeom prst="rect">
            <a:avLst/>
          </a:prstGeom>
        </p:spPr>
      </p:pic>
      <p:pic>
        <p:nvPicPr>
          <p:cNvPr id="898" name="Picture 897" descr="A logo of a person with an arrow pointing to the top&#10;&#10;Description automatically generated">
            <a:extLst>
              <a:ext uri="{FF2B5EF4-FFF2-40B4-BE49-F238E27FC236}">
                <a16:creationId xmlns:a16="http://schemas.microsoft.com/office/drawing/2014/main" id="{8179750B-213B-0975-3E98-B9948E084B1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11094" y="2469020"/>
            <a:ext cx="508000" cy="508000"/>
          </a:xfrm>
          <a:prstGeom prst="rect">
            <a:avLst/>
          </a:prstGeom>
        </p:spPr>
      </p:pic>
      <p:pic>
        <p:nvPicPr>
          <p:cNvPr id="902" name="Picture 901" descr="A logo of a video player&#10;&#10;Description automatically generated">
            <a:extLst>
              <a:ext uri="{FF2B5EF4-FFF2-40B4-BE49-F238E27FC236}">
                <a16:creationId xmlns:a16="http://schemas.microsoft.com/office/drawing/2014/main" id="{D6654C46-8AF1-88F4-F6A5-1AAEB4A1AD9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51216" y="2469020"/>
            <a:ext cx="520700" cy="508000"/>
          </a:xfrm>
          <a:prstGeom prst="rect">
            <a:avLst/>
          </a:prstGeom>
        </p:spPr>
      </p:pic>
      <p:pic>
        <p:nvPicPr>
          <p:cNvPr id="906" name="Picture 905" descr="A logo of a book&#10;&#10;Description automatically generated">
            <a:extLst>
              <a:ext uri="{FF2B5EF4-FFF2-40B4-BE49-F238E27FC236}">
                <a16:creationId xmlns:a16="http://schemas.microsoft.com/office/drawing/2014/main" id="{6CCF3FBB-89BB-49D3-B248-125A07A928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83979" y="2469020"/>
            <a:ext cx="508000" cy="508000"/>
          </a:xfrm>
          <a:prstGeom prst="rect">
            <a:avLst/>
          </a:prstGeom>
        </p:spPr>
      </p:pic>
      <p:pic>
        <p:nvPicPr>
          <p:cNvPr id="5" name="Picture 4" descr="A colorful meter with a black arrow&#10;&#10;Description automatically generated">
            <a:extLst>
              <a:ext uri="{FF2B5EF4-FFF2-40B4-BE49-F238E27FC236}">
                <a16:creationId xmlns:a16="http://schemas.microsoft.com/office/drawing/2014/main" id="{5FBB5DD4-F946-AA99-D5C5-4457E8ABC1A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31274" y="3486332"/>
            <a:ext cx="1457067" cy="746303"/>
          </a:xfrm>
          <a:prstGeom prst="rect">
            <a:avLst/>
          </a:prstGeom>
        </p:spPr>
      </p:pic>
      <p:pic>
        <p:nvPicPr>
          <p:cNvPr id="9" name="Picture 8" descr="A colorful meter with a black arrow&#10;&#10;Description automatically generated">
            <a:extLst>
              <a:ext uri="{FF2B5EF4-FFF2-40B4-BE49-F238E27FC236}">
                <a16:creationId xmlns:a16="http://schemas.microsoft.com/office/drawing/2014/main" id="{AFB57C45-C42D-A1B3-5218-C11186BEF2D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18255" y="3486332"/>
            <a:ext cx="1457067" cy="746303"/>
          </a:xfrm>
          <a:prstGeom prst="rect">
            <a:avLst/>
          </a:prstGeom>
        </p:spPr>
      </p:pic>
      <p:pic>
        <p:nvPicPr>
          <p:cNvPr id="13" name="Picture 12" descr="A colorful meter with a black needle&#10;&#10;Description automatically generated">
            <a:extLst>
              <a:ext uri="{FF2B5EF4-FFF2-40B4-BE49-F238E27FC236}">
                <a16:creationId xmlns:a16="http://schemas.microsoft.com/office/drawing/2014/main" id="{4D642B99-00A2-9DB8-91F6-971F779EBA3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44291" y="3486332"/>
            <a:ext cx="1457067" cy="746303"/>
          </a:xfrm>
          <a:prstGeom prst="rect">
            <a:avLst/>
          </a:prstGeom>
        </p:spPr>
      </p:pic>
      <p:pic>
        <p:nvPicPr>
          <p:cNvPr id="15" name="Picture 14" descr="A colorful meter with a black needle&#10;&#10;Description automatically generated">
            <a:extLst>
              <a:ext uri="{FF2B5EF4-FFF2-40B4-BE49-F238E27FC236}">
                <a16:creationId xmlns:a16="http://schemas.microsoft.com/office/drawing/2014/main" id="{98CF0248-6C2E-D2FB-75BF-90F62B6E73F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57308" y="3486332"/>
            <a:ext cx="1457067" cy="7463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" name="Picture 17" descr="A colorful meter with a black needle&#10;&#10;Description automatically generated">
            <a:extLst>
              <a:ext uri="{FF2B5EF4-FFF2-40B4-BE49-F238E27FC236}">
                <a16:creationId xmlns:a16="http://schemas.microsoft.com/office/drawing/2014/main" id="{B8D68D48-F68E-6AC8-6A24-2C88C08C9E0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325" y="3486332"/>
            <a:ext cx="1457067" cy="74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6223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imple Light">
  <a:themeElements>
    <a:clrScheme name="Custom 4">
      <a:dk1>
        <a:srgbClr val="111E30"/>
      </a:dk1>
      <a:lt1>
        <a:srgbClr val="FFFFFF"/>
      </a:lt1>
      <a:dk2>
        <a:srgbClr val="111E30"/>
      </a:dk2>
      <a:lt2>
        <a:srgbClr val="274064"/>
      </a:lt2>
      <a:accent1>
        <a:srgbClr val="1A2B41"/>
      </a:accent1>
      <a:accent2>
        <a:srgbClr val="345685"/>
      </a:accent2>
      <a:accent3>
        <a:srgbClr val="05AEFF"/>
      </a:accent3>
      <a:accent4>
        <a:srgbClr val="FFB630"/>
      </a:accent4>
      <a:accent5>
        <a:srgbClr val="8F92A7"/>
      </a:accent5>
      <a:accent6>
        <a:srgbClr val="F41967"/>
      </a:accent6>
      <a:hlink>
        <a:srgbClr val="05A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Custom 105">
      <a:dk1>
        <a:srgbClr val="FFFFFF"/>
      </a:dk1>
      <a:lt1>
        <a:srgbClr val="111E30"/>
      </a:lt1>
      <a:dk2>
        <a:srgbClr val="FFFFFF"/>
      </a:dk2>
      <a:lt2>
        <a:srgbClr val="274064"/>
      </a:lt2>
      <a:accent1>
        <a:srgbClr val="57ED7D"/>
      </a:accent1>
      <a:accent2>
        <a:srgbClr val="345685"/>
      </a:accent2>
      <a:accent3>
        <a:srgbClr val="05AEFF"/>
      </a:accent3>
      <a:accent4>
        <a:srgbClr val="FFB630"/>
      </a:accent4>
      <a:accent5>
        <a:srgbClr val="8F92A7"/>
      </a:accent5>
      <a:accent6>
        <a:srgbClr val="F41967"/>
      </a:accent6>
      <a:hlink>
        <a:srgbClr val="05AEFF"/>
      </a:hlink>
      <a:folHlink>
        <a:srgbClr val="433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WHITE">
  <a:themeElements>
    <a:clrScheme name="Lemonway Theme">
      <a:dk1>
        <a:srgbClr val="FFFFFF"/>
      </a:dk1>
      <a:lt1>
        <a:srgbClr val="444444"/>
      </a:lt1>
      <a:dk2>
        <a:srgbClr val="1A2B41"/>
      </a:dk2>
      <a:lt2>
        <a:srgbClr val="1A2B41"/>
      </a:lt2>
      <a:accent1>
        <a:srgbClr val="57ED7D"/>
      </a:accent1>
      <a:accent2>
        <a:srgbClr val="345685"/>
      </a:accent2>
      <a:accent3>
        <a:srgbClr val="444444"/>
      </a:accent3>
      <a:accent4>
        <a:srgbClr val="FFB630"/>
      </a:accent4>
      <a:accent5>
        <a:srgbClr val="8F92A7"/>
      </a:accent5>
      <a:accent6>
        <a:srgbClr val="F41967"/>
      </a:accent6>
      <a:hlink>
        <a:srgbClr val="05A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0BC6DA36BCEE48821D621E06774D6D" ma:contentTypeVersion="23" ma:contentTypeDescription="Create a new document." ma:contentTypeScope="" ma:versionID="91cf5b23da50f370ef80e3dc61a085d3">
  <xsd:schema xmlns:xsd="http://www.w3.org/2001/XMLSchema" xmlns:xs="http://www.w3.org/2001/XMLSchema" xmlns:p="http://schemas.microsoft.com/office/2006/metadata/properties" xmlns:ns2="9ff67797-491a-4d9c-96b4-e401ee03281b" xmlns:ns3="35483f9e-3036-4d6a-b818-dca940c940ae" targetNamespace="http://schemas.microsoft.com/office/2006/metadata/properties" ma:root="true" ma:fieldsID="17598cb3e4da99fc6fdc973dca4bf4b3" ns2:_="" ns3:_="">
    <xsd:import namespace="9ff67797-491a-4d9c-96b4-e401ee03281b"/>
    <xsd:import namespace="35483f9e-3036-4d6a-b818-dca940c940a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67797-491a-4d9c-96b4-e401ee03281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6" nillable="true" ma:displayName="Taxonomy Catch All Column" ma:hidden="true" ma:list="{836ef1ef-6d28-4596-aa87-b49e3e5f40ac}" ma:internalName="TaxCatchAll" ma:showField="CatchAllData" ma:web="9ff67797-491a-4d9c-96b4-e401ee0328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83f9e-3036-4d6a-b818-dca940c940ae" elementFormDefault="qualified">
    <xsd:import namespace="http://schemas.microsoft.com/office/2006/documentManagement/types"/>
    <xsd:import namespace="http://schemas.microsoft.com/office/infopath/2007/PartnerControls"/>
    <xsd:element name="MigrationWizId" ma:index="11" nillable="true" ma:displayName="MigrationWizId" ma:internalName="MigrationWizId">
      <xsd:simpleType>
        <xsd:restriction base="dms:Text"/>
      </xsd:simpleType>
    </xsd:element>
    <xsd:element name="MigrationWizIdPermissions" ma:index="12" nillable="true" ma:displayName="MigrationWizIdPermissions" ma:internalName="MigrationWizIdPermissions">
      <xsd:simpleType>
        <xsd:restriction base="dms:Text"/>
      </xsd:simpleType>
    </xsd:element>
    <xsd:element name="MigrationWizIdVersion" ma:index="13" nillable="true" ma:displayName="MigrationWizIdVersion" ma:internalName="MigrationWizIdVersion">
      <xsd:simpleType>
        <xsd:restriction base="dms:Text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469bf79f-12ce-4861-8b65-f62fffec7a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9ff67797-491a-4d9c-96b4-e401ee03281b">DXKJ33A5JU4X-374889151-305570</_dlc_DocId>
    <_dlc_DocIdUrl xmlns="9ff67797-491a-4d9c-96b4-e401ee03281b">
      <Url>https://lemonway.sharepoint.com/sites/MarketingAlliances/_layouts/15/DocIdRedir.aspx?ID=DXKJ33A5JU4X-374889151-305570</Url>
      <Description>DXKJ33A5JU4X-374889151-305570</Description>
    </_dlc_DocIdUrl>
    <MigrationWizIdVersion xmlns="35483f9e-3036-4d6a-b818-dca940c940ae" xsi:nil="true"/>
    <TaxCatchAll xmlns="9ff67797-491a-4d9c-96b4-e401ee03281b" xsi:nil="true"/>
    <MigrationWizId xmlns="35483f9e-3036-4d6a-b818-dca940c940ae" xsi:nil="true"/>
    <MigrationWizIdPermissions xmlns="35483f9e-3036-4d6a-b818-dca940c940ae" xsi:nil="true"/>
    <lcf76f155ced4ddcb4097134ff3c332f xmlns="35483f9e-3036-4d6a-b818-dca940c940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739174-04EA-4D3F-8E51-6C7DFB07A986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5CB85D42-CFE1-4DD1-8DA9-A10A03192A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f67797-491a-4d9c-96b4-e401ee03281b"/>
    <ds:schemaRef ds:uri="35483f9e-3036-4d6a-b818-dca940c940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4521FC-0E2D-47AB-AAC2-AFB1A8B81B2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68E53CB-9105-48E3-8BE8-256D88FA4288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9ff67797-491a-4d9c-96b4-e401ee03281b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35483f9e-3036-4d6a-b818-dca940c940a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274</Words>
  <Application>Microsoft Office PowerPoint</Application>
  <PresentationFormat>On-screen Show (16:9)</PresentationFormat>
  <Paragraphs>66</Paragraphs>
  <Slides>16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Montserrat SemiBold</vt:lpstr>
      <vt:lpstr>Tahoma</vt:lpstr>
      <vt:lpstr>Montserrat Medium</vt:lpstr>
      <vt:lpstr>Quattrocento Sans</vt:lpstr>
      <vt:lpstr>Poppins SemiBold</vt:lpstr>
      <vt:lpstr>Arial</vt:lpstr>
      <vt:lpstr>Poppins</vt:lpstr>
      <vt:lpstr>PT Sans</vt:lpstr>
      <vt:lpstr>Verdana</vt:lpstr>
      <vt:lpstr>Aptos Light</vt:lpstr>
      <vt:lpstr>Montserrat</vt:lpstr>
      <vt:lpstr>Simple Light</vt:lpstr>
      <vt:lpstr>WHITE</vt:lpstr>
      <vt:lpstr>1_WHITE</vt:lpstr>
      <vt:lpstr>Dynamic Forms by 2B3</vt:lpstr>
      <vt:lpstr>Plan</vt:lpstr>
      <vt:lpstr>Introduction</vt:lpstr>
      <vt:lpstr>PowerPoint Presentation</vt:lpstr>
      <vt:lpstr>Key features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Demo time!</vt:lpstr>
      <vt:lpstr>Q&amp;A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PAUL</cp:lastModifiedBy>
  <cp:revision>52</cp:revision>
  <dcterms:modified xsi:type="dcterms:W3CDTF">2025-11-13T17:02:14Z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0x010100900BC6DA36BCEE48821D621E06774D6D</vt:lpwstr>
  </property>
  <property fmtid="{D5CDD505-2E9C-101B-9397-08002B2CF9AE}" pid="3" name="_dlc_DocIdItemGuid">
    <vt:lpwstr>f275cde3-5adf-43f1-98e2-c0625f7d5470</vt:lpwstr>
  </property>
  <property fmtid="{D5CDD505-2E9C-101B-9397-08002B2CF9AE}" pid="4" name="MediaServiceImageTags">
    <vt:lpwstr/>
  </property>
</Properties>
</file>